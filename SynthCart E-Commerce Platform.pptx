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2" r:id="rId1"/>
  </p:sldMasterIdLst>
  <p:sldIdLst>
    <p:sldId id="256" r:id="rId2"/>
    <p:sldId id="257" r:id="rId3"/>
    <p:sldId id="260" r:id="rId4"/>
    <p:sldId id="266" r:id="rId5"/>
    <p:sldId id="267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6" autoAdjust="0"/>
    <p:restoredTop sz="94660"/>
  </p:normalViewPr>
  <p:slideViewPr>
    <p:cSldViewPr snapToGrid="0">
      <p:cViewPr>
        <p:scale>
          <a:sx n="67" d="100"/>
          <a:sy n="67" d="100"/>
        </p:scale>
        <p:origin x="87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1D4C95-7412-4793-96CB-DA6D42DA097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C8976E1D-0C37-429D-A91C-C71FB04D9DDD}">
      <dgm:prSet custT="1"/>
      <dgm:spPr/>
      <dgm:t>
        <a:bodyPr/>
        <a:lstStyle/>
        <a:p>
          <a:pPr algn="ctr"/>
          <a:r>
            <a:rPr lang="en-US" sz="18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Team:</a:t>
          </a:r>
          <a:r>
            <a:rPr lang="en-US" sz="1800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 3 Data Engineers + 6 Data Analysts</a:t>
          </a:r>
        </a:p>
      </dgm:t>
    </dgm:pt>
    <dgm:pt modelId="{A68A24B0-7555-441F-9DF5-B6235A1890CA}" type="parTrans" cxnId="{D9284431-5CF3-45D6-8720-4D0C2BBF6BBD}">
      <dgm:prSet/>
      <dgm:spPr/>
      <dgm:t>
        <a:bodyPr/>
        <a:lstStyle/>
        <a:p>
          <a:endParaRPr lang="en-US"/>
        </a:p>
      </dgm:t>
    </dgm:pt>
    <dgm:pt modelId="{38FF3EFB-AA03-4E3B-B249-8943A55D69D2}" type="sibTrans" cxnId="{D9284431-5CF3-45D6-8720-4D0C2BBF6BBD}">
      <dgm:prSet/>
      <dgm:spPr/>
      <dgm:t>
        <a:bodyPr/>
        <a:lstStyle/>
        <a:p>
          <a:endParaRPr lang="en-US"/>
        </a:p>
      </dgm:t>
    </dgm:pt>
    <dgm:pt modelId="{6A55CD04-8851-4650-9EFC-7477A9742341}">
      <dgm:prSet custT="1"/>
      <dgm:spPr/>
      <dgm:t>
        <a:bodyPr/>
        <a:lstStyle/>
        <a:p>
          <a:pPr algn="ctr"/>
          <a:r>
            <a:rPr lang="en-US" sz="1800" b="1" dirty="0"/>
            <a:t>Status:</a:t>
          </a:r>
          <a:r>
            <a:rPr lang="en-US" sz="1800" dirty="0"/>
            <a:t> Production Ready</a:t>
          </a:r>
        </a:p>
      </dgm:t>
    </dgm:pt>
    <dgm:pt modelId="{DE6A3985-85D1-4F43-B71F-D5561237B41C}" type="parTrans" cxnId="{046959F0-46CA-4A4B-A0E6-004FAD995D28}">
      <dgm:prSet/>
      <dgm:spPr/>
      <dgm:t>
        <a:bodyPr/>
        <a:lstStyle/>
        <a:p>
          <a:endParaRPr lang="en-US"/>
        </a:p>
      </dgm:t>
    </dgm:pt>
    <dgm:pt modelId="{61604E08-9ECF-42CC-9C2E-28A18754661B}" type="sibTrans" cxnId="{046959F0-46CA-4A4B-A0E6-004FAD995D28}">
      <dgm:prSet/>
      <dgm:spPr/>
      <dgm:t>
        <a:bodyPr/>
        <a:lstStyle/>
        <a:p>
          <a:endParaRPr lang="en-US"/>
        </a:p>
      </dgm:t>
    </dgm:pt>
    <dgm:pt modelId="{C5D774D7-6F93-4543-B129-D0C1DD4FE23B}">
      <dgm:prSet custT="1"/>
      <dgm:spPr/>
      <dgm:t>
        <a:bodyPr/>
        <a:lstStyle/>
        <a:p>
          <a:pPr algn="ctr"/>
          <a:r>
            <a:rPr lang="en-US" sz="1800" b="1" dirty="0"/>
            <a:t>Results:</a:t>
          </a:r>
          <a:r>
            <a:rPr lang="en-US" sz="1800" dirty="0"/>
            <a:t> 500K+ records, 98.5% quality.</a:t>
          </a:r>
        </a:p>
      </dgm:t>
    </dgm:pt>
    <dgm:pt modelId="{6CDA1A56-5C7A-4F85-81A1-C39683AEF387}" type="parTrans" cxnId="{F4E470E5-3224-41F4-9C3A-DCC01A785483}">
      <dgm:prSet/>
      <dgm:spPr/>
      <dgm:t>
        <a:bodyPr/>
        <a:lstStyle/>
        <a:p>
          <a:endParaRPr lang="en-US"/>
        </a:p>
      </dgm:t>
    </dgm:pt>
    <dgm:pt modelId="{37D78C41-D7AD-4CEF-B6ED-6DACE4604445}" type="sibTrans" cxnId="{F4E470E5-3224-41F4-9C3A-DCC01A785483}">
      <dgm:prSet/>
      <dgm:spPr/>
      <dgm:t>
        <a:bodyPr/>
        <a:lstStyle/>
        <a:p>
          <a:endParaRPr lang="en-US"/>
        </a:p>
      </dgm:t>
    </dgm:pt>
    <dgm:pt modelId="{A3149D6A-E9E2-4203-94B2-1DFC850125F0}" type="pres">
      <dgm:prSet presAssocID="{C21D4C95-7412-4793-96CB-DA6D42DA0972}" presName="root" presStyleCnt="0">
        <dgm:presLayoutVars>
          <dgm:dir/>
          <dgm:resizeHandles val="exact"/>
        </dgm:presLayoutVars>
      </dgm:prSet>
      <dgm:spPr/>
    </dgm:pt>
    <dgm:pt modelId="{D12934AD-0C0B-4027-A898-23588F1EC203}" type="pres">
      <dgm:prSet presAssocID="{C21D4C95-7412-4793-96CB-DA6D42DA0972}" presName="container" presStyleCnt="0">
        <dgm:presLayoutVars>
          <dgm:dir/>
          <dgm:resizeHandles val="exact"/>
        </dgm:presLayoutVars>
      </dgm:prSet>
      <dgm:spPr/>
    </dgm:pt>
    <dgm:pt modelId="{01C41641-AAEC-4ABA-B126-06D500DB7AA0}" type="pres">
      <dgm:prSet presAssocID="{C8976E1D-0C37-429D-A91C-C71FB04D9DDD}" presName="compNode" presStyleCnt="0"/>
      <dgm:spPr/>
    </dgm:pt>
    <dgm:pt modelId="{5CCB8F4C-E15C-4E0D-9592-9AB8BFFC189C}" type="pres">
      <dgm:prSet presAssocID="{C8976E1D-0C37-429D-A91C-C71FB04D9DDD}" presName="iconBgRect" presStyleLbl="bgShp" presStyleIdx="0" presStyleCnt="3"/>
      <dgm:spPr/>
    </dgm:pt>
    <dgm:pt modelId="{2506A665-DAC9-4561-B75A-7F55801171EE}" type="pres">
      <dgm:prSet presAssocID="{C8976E1D-0C37-429D-A91C-C71FB04D9D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D7E70BD-201C-45E1-97A5-3EC38B440B34}" type="pres">
      <dgm:prSet presAssocID="{C8976E1D-0C37-429D-A91C-C71FB04D9DDD}" presName="spaceRect" presStyleCnt="0"/>
      <dgm:spPr/>
    </dgm:pt>
    <dgm:pt modelId="{3A2985CA-9250-4CB0-ABE5-5B2043C0A4B9}" type="pres">
      <dgm:prSet presAssocID="{C8976E1D-0C37-429D-A91C-C71FB04D9DDD}" presName="textRect" presStyleLbl="revTx" presStyleIdx="0" presStyleCnt="3">
        <dgm:presLayoutVars>
          <dgm:chMax val="1"/>
          <dgm:chPref val="1"/>
        </dgm:presLayoutVars>
      </dgm:prSet>
      <dgm:spPr/>
    </dgm:pt>
    <dgm:pt modelId="{C2590A9F-BDED-4CF0-93B6-DF58F7EFC1A1}" type="pres">
      <dgm:prSet presAssocID="{38FF3EFB-AA03-4E3B-B249-8943A55D69D2}" presName="sibTrans" presStyleLbl="sibTrans2D1" presStyleIdx="0" presStyleCnt="0"/>
      <dgm:spPr/>
    </dgm:pt>
    <dgm:pt modelId="{979034EF-5D6B-415E-8933-607447DF5106}" type="pres">
      <dgm:prSet presAssocID="{6A55CD04-8851-4650-9EFC-7477A9742341}" presName="compNode" presStyleCnt="0"/>
      <dgm:spPr/>
    </dgm:pt>
    <dgm:pt modelId="{D3FE9581-EB14-48F0-BF42-479EF642950F}" type="pres">
      <dgm:prSet presAssocID="{6A55CD04-8851-4650-9EFC-7477A9742341}" presName="iconBgRect" presStyleLbl="bgShp" presStyleIdx="1" presStyleCnt="3"/>
      <dgm:spPr/>
    </dgm:pt>
    <dgm:pt modelId="{11539334-7EE6-40E0-9CC6-F864095502CC}" type="pres">
      <dgm:prSet presAssocID="{6A55CD04-8851-4650-9EFC-7477A97423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242953E-F782-4386-B080-185C2526400D}" type="pres">
      <dgm:prSet presAssocID="{6A55CD04-8851-4650-9EFC-7477A9742341}" presName="spaceRect" presStyleCnt="0"/>
      <dgm:spPr/>
    </dgm:pt>
    <dgm:pt modelId="{A7595C58-10E6-44D4-A552-F7F16AC9FC45}" type="pres">
      <dgm:prSet presAssocID="{6A55CD04-8851-4650-9EFC-7477A9742341}" presName="textRect" presStyleLbl="revTx" presStyleIdx="1" presStyleCnt="3">
        <dgm:presLayoutVars>
          <dgm:chMax val="1"/>
          <dgm:chPref val="1"/>
        </dgm:presLayoutVars>
      </dgm:prSet>
      <dgm:spPr/>
    </dgm:pt>
    <dgm:pt modelId="{6DBF0017-B2E6-4EB7-A4FD-EC12513BB829}" type="pres">
      <dgm:prSet presAssocID="{61604E08-9ECF-42CC-9C2E-28A18754661B}" presName="sibTrans" presStyleLbl="sibTrans2D1" presStyleIdx="0" presStyleCnt="0"/>
      <dgm:spPr/>
    </dgm:pt>
    <dgm:pt modelId="{C18CA590-27D5-48EB-BD6A-0BC5B50A0A21}" type="pres">
      <dgm:prSet presAssocID="{C5D774D7-6F93-4543-B129-D0C1DD4FE23B}" presName="compNode" presStyleCnt="0"/>
      <dgm:spPr/>
    </dgm:pt>
    <dgm:pt modelId="{DEC38153-1C4C-4572-850F-4527837B270F}" type="pres">
      <dgm:prSet presAssocID="{C5D774D7-6F93-4543-B129-D0C1DD4FE23B}" presName="iconBgRect" presStyleLbl="bgShp" presStyleIdx="2" presStyleCnt="3"/>
      <dgm:spPr/>
    </dgm:pt>
    <dgm:pt modelId="{8D52E39B-D558-4B30-810A-E390E757604B}" type="pres">
      <dgm:prSet presAssocID="{C5D774D7-6F93-4543-B129-D0C1DD4FE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EE2618C6-AB70-4012-88CD-C2EFB311385B}" type="pres">
      <dgm:prSet presAssocID="{C5D774D7-6F93-4543-B129-D0C1DD4FE23B}" presName="spaceRect" presStyleCnt="0"/>
      <dgm:spPr/>
    </dgm:pt>
    <dgm:pt modelId="{19E9CC55-567E-44F0-9AE3-D19D8861F96B}" type="pres">
      <dgm:prSet presAssocID="{C5D774D7-6F93-4543-B129-D0C1DD4FE2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AE2B11-9070-4A27-8B92-DC97FFCE85B7}" type="presOf" srcId="{38FF3EFB-AA03-4E3B-B249-8943A55D69D2}" destId="{C2590A9F-BDED-4CF0-93B6-DF58F7EFC1A1}" srcOrd="0" destOrd="0" presId="urn:microsoft.com/office/officeart/2018/2/layout/IconCircleList"/>
    <dgm:cxn modelId="{7922AA12-DBBE-4DF4-9018-C3AE4400FE6A}" type="presOf" srcId="{C21D4C95-7412-4793-96CB-DA6D42DA0972}" destId="{A3149D6A-E9E2-4203-94B2-1DFC850125F0}" srcOrd="0" destOrd="0" presId="urn:microsoft.com/office/officeart/2018/2/layout/IconCircleList"/>
    <dgm:cxn modelId="{D9284431-5CF3-45D6-8720-4D0C2BBF6BBD}" srcId="{C21D4C95-7412-4793-96CB-DA6D42DA0972}" destId="{C8976E1D-0C37-429D-A91C-C71FB04D9DDD}" srcOrd="0" destOrd="0" parTransId="{A68A24B0-7555-441F-9DF5-B6235A1890CA}" sibTransId="{38FF3EFB-AA03-4E3B-B249-8943A55D69D2}"/>
    <dgm:cxn modelId="{9A1208B3-85FB-4ED9-A2B7-5859C2466349}" type="presOf" srcId="{61604E08-9ECF-42CC-9C2E-28A18754661B}" destId="{6DBF0017-B2E6-4EB7-A4FD-EC12513BB829}" srcOrd="0" destOrd="0" presId="urn:microsoft.com/office/officeart/2018/2/layout/IconCircleList"/>
    <dgm:cxn modelId="{0E2002CA-D72A-4593-A43D-0444BACA78A5}" type="presOf" srcId="{C5D774D7-6F93-4543-B129-D0C1DD4FE23B}" destId="{19E9CC55-567E-44F0-9AE3-D19D8861F96B}" srcOrd="0" destOrd="0" presId="urn:microsoft.com/office/officeart/2018/2/layout/IconCircleList"/>
    <dgm:cxn modelId="{7E3863DE-C246-40DF-B011-FF8CA2CE12D1}" type="presOf" srcId="{6A55CD04-8851-4650-9EFC-7477A9742341}" destId="{A7595C58-10E6-44D4-A552-F7F16AC9FC45}" srcOrd="0" destOrd="0" presId="urn:microsoft.com/office/officeart/2018/2/layout/IconCircleList"/>
    <dgm:cxn modelId="{F4E470E5-3224-41F4-9C3A-DCC01A785483}" srcId="{C21D4C95-7412-4793-96CB-DA6D42DA0972}" destId="{C5D774D7-6F93-4543-B129-D0C1DD4FE23B}" srcOrd="2" destOrd="0" parTransId="{6CDA1A56-5C7A-4F85-81A1-C39683AEF387}" sibTransId="{37D78C41-D7AD-4CEF-B6ED-6DACE4604445}"/>
    <dgm:cxn modelId="{046959F0-46CA-4A4B-A0E6-004FAD995D28}" srcId="{C21D4C95-7412-4793-96CB-DA6D42DA0972}" destId="{6A55CD04-8851-4650-9EFC-7477A9742341}" srcOrd="1" destOrd="0" parTransId="{DE6A3985-85D1-4F43-B71F-D5561237B41C}" sibTransId="{61604E08-9ECF-42CC-9C2E-28A18754661B}"/>
    <dgm:cxn modelId="{66B815FC-5B71-4747-83A1-473B132BA319}" type="presOf" srcId="{C8976E1D-0C37-429D-A91C-C71FB04D9DDD}" destId="{3A2985CA-9250-4CB0-ABE5-5B2043C0A4B9}" srcOrd="0" destOrd="0" presId="urn:microsoft.com/office/officeart/2018/2/layout/IconCircleList"/>
    <dgm:cxn modelId="{A4E0DAC1-E30D-409A-B520-71B9C4706868}" type="presParOf" srcId="{A3149D6A-E9E2-4203-94B2-1DFC850125F0}" destId="{D12934AD-0C0B-4027-A898-23588F1EC203}" srcOrd="0" destOrd="0" presId="urn:microsoft.com/office/officeart/2018/2/layout/IconCircleList"/>
    <dgm:cxn modelId="{1BFF9673-BE7B-4EBC-AE53-25FED9602A03}" type="presParOf" srcId="{D12934AD-0C0B-4027-A898-23588F1EC203}" destId="{01C41641-AAEC-4ABA-B126-06D500DB7AA0}" srcOrd="0" destOrd="0" presId="urn:microsoft.com/office/officeart/2018/2/layout/IconCircleList"/>
    <dgm:cxn modelId="{2E9A3B9E-87E3-40E0-BA87-EEE9D9460209}" type="presParOf" srcId="{01C41641-AAEC-4ABA-B126-06D500DB7AA0}" destId="{5CCB8F4C-E15C-4E0D-9592-9AB8BFFC189C}" srcOrd="0" destOrd="0" presId="urn:microsoft.com/office/officeart/2018/2/layout/IconCircleList"/>
    <dgm:cxn modelId="{FD9A2BFE-924E-4B91-B576-C27803969DAE}" type="presParOf" srcId="{01C41641-AAEC-4ABA-B126-06D500DB7AA0}" destId="{2506A665-DAC9-4561-B75A-7F55801171EE}" srcOrd="1" destOrd="0" presId="urn:microsoft.com/office/officeart/2018/2/layout/IconCircleList"/>
    <dgm:cxn modelId="{F0AA2233-9016-4B5C-BFBB-9FD58DF2B487}" type="presParOf" srcId="{01C41641-AAEC-4ABA-B126-06D500DB7AA0}" destId="{AD7E70BD-201C-45E1-97A5-3EC38B440B34}" srcOrd="2" destOrd="0" presId="urn:microsoft.com/office/officeart/2018/2/layout/IconCircleList"/>
    <dgm:cxn modelId="{76627C34-6813-4D1C-A022-854A0EAD3B1E}" type="presParOf" srcId="{01C41641-AAEC-4ABA-B126-06D500DB7AA0}" destId="{3A2985CA-9250-4CB0-ABE5-5B2043C0A4B9}" srcOrd="3" destOrd="0" presId="urn:microsoft.com/office/officeart/2018/2/layout/IconCircleList"/>
    <dgm:cxn modelId="{F4F72846-FB3E-433C-A08A-223067E0E0DC}" type="presParOf" srcId="{D12934AD-0C0B-4027-A898-23588F1EC203}" destId="{C2590A9F-BDED-4CF0-93B6-DF58F7EFC1A1}" srcOrd="1" destOrd="0" presId="urn:microsoft.com/office/officeart/2018/2/layout/IconCircleList"/>
    <dgm:cxn modelId="{F939FE88-936A-4A24-91ED-3172D327806A}" type="presParOf" srcId="{D12934AD-0C0B-4027-A898-23588F1EC203}" destId="{979034EF-5D6B-415E-8933-607447DF5106}" srcOrd="2" destOrd="0" presId="urn:microsoft.com/office/officeart/2018/2/layout/IconCircleList"/>
    <dgm:cxn modelId="{B17E66DE-A8B8-4C31-AEC6-1EF0E50CF909}" type="presParOf" srcId="{979034EF-5D6B-415E-8933-607447DF5106}" destId="{D3FE9581-EB14-48F0-BF42-479EF642950F}" srcOrd="0" destOrd="0" presId="urn:microsoft.com/office/officeart/2018/2/layout/IconCircleList"/>
    <dgm:cxn modelId="{CD5D1D0F-E2D3-4E1D-BC49-F44FA8428CDD}" type="presParOf" srcId="{979034EF-5D6B-415E-8933-607447DF5106}" destId="{11539334-7EE6-40E0-9CC6-F864095502CC}" srcOrd="1" destOrd="0" presId="urn:microsoft.com/office/officeart/2018/2/layout/IconCircleList"/>
    <dgm:cxn modelId="{612C5A0E-B439-4D0B-ADC7-6EE19802B313}" type="presParOf" srcId="{979034EF-5D6B-415E-8933-607447DF5106}" destId="{0242953E-F782-4386-B080-185C2526400D}" srcOrd="2" destOrd="0" presId="urn:microsoft.com/office/officeart/2018/2/layout/IconCircleList"/>
    <dgm:cxn modelId="{EA75666A-8167-4FEB-A32C-549FA2D51372}" type="presParOf" srcId="{979034EF-5D6B-415E-8933-607447DF5106}" destId="{A7595C58-10E6-44D4-A552-F7F16AC9FC45}" srcOrd="3" destOrd="0" presId="urn:microsoft.com/office/officeart/2018/2/layout/IconCircleList"/>
    <dgm:cxn modelId="{F929985B-A0C7-4A3C-89F8-FC63E111F5BA}" type="presParOf" srcId="{D12934AD-0C0B-4027-A898-23588F1EC203}" destId="{6DBF0017-B2E6-4EB7-A4FD-EC12513BB829}" srcOrd="3" destOrd="0" presId="urn:microsoft.com/office/officeart/2018/2/layout/IconCircleList"/>
    <dgm:cxn modelId="{0128B0AC-9605-466C-88C6-BD34A322F0F6}" type="presParOf" srcId="{D12934AD-0C0B-4027-A898-23588F1EC203}" destId="{C18CA590-27D5-48EB-BD6A-0BC5B50A0A21}" srcOrd="4" destOrd="0" presId="urn:microsoft.com/office/officeart/2018/2/layout/IconCircleList"/>
    <dgm:cxn modelId="{7ABF68F7-6A5C-45C3-817E-4439B33709FB}" type="presParOf" srcId="{C18CA590-27D5-48EB-BD6A-0BC5B50A0A21}" destId="{DEC38153-1C4C-4572-850F-4527837B270F}" srcOrd="0" destOrd="0" presId="urn:microsoft.com/office/officeart/2018/2/layout/IconCircleList"/>
    <dgm:cxn modelId="{59D6FBA8-8ECD-4D59-A1B2-BC0975DAF837}" type="presParOf" srcId="{C18CA590-27D5-48EB-BD6A-0BC5B50A0A21}" destId="{8D52E39B-D558-4B30-810A-E390E757604B}" srcOrd="1" destOrd="0" presId="urn:microsoft.com/office/officeart/2018/2/layout/IconCircleList"/>
    <dgm:cxn modelId="{D2067FE6-C91E-4F7A-85E3-D5A92661DC04}" type="presParOf" srcId="{C18CA590-27D5-48EB-BD6A-0BC5B50A0A21}" destId="{EE2618C6-AB70-4012-88CD-C2EFB311385B}" srcOrd="2" destOrd="0" presId="urn:microsoft.com/office/officeart/2018/2/layout/IconCircleList"/>
    <dgm:cxn modelId="{7E29FCAA-6E67-4470-95F3-1ED7222542DF}" type="presParOf" srcId="{C18CA590-27D5-48EB-BD6A-0BC5B50A0A21}" destId="{19E9CC55-567E-44F0-9AE3-D19D8861F96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1D4C95-7412-4793-96CB-DA6D42DA097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C8976E1D-0C37-429D-A91C-C71FB04D9DDD}">
      <dgm:prSet custT="1"/>
      <dgm:spPr/>
      <dgm:t>
        <a:bodyPr/>
        <a:lstStyle/>
        <a:p>
          <a:pPr algn="ctr"/>
          <a:r>
            <a:rPr lang="en-US" sz="1800" b="1" dirty="0"/>
            <a:t>What:</a:t>
          </a:r>
          <a:r>
            <a:rPr lang="en-US" sz="1800" dirty="0"/>
            <a:t> Automated data pipeline for e-commerce analytics</a:t>
          </a:r>
        </a:p>
      </dgm:t>
    </dgm:pt>
    <dgm:pt modelId="{A68A24B0-7555-441F-9DF5-B6235A1890CA}" type="parTrans" cxnId="{D9284431-5CF3-45D6-8720-4D0C2BBF6BBD}">
      <dgm:prSet/>
      <dgm:spPr/>
      <dgm:t>
        <a:bodyPr/>
        <a:lstStyle/>
        <a:p>
          <a:endParaRPr lang="en-US"/>
        </a:p>
      </dgm:t>
    </dgm:pt>
    <dgm:pt modelId="{38FF3EFB-AA03-4E3B-B249-8943A55D69D2}" type="sibTrans" cxnId="{D9284431-5CF3-45D6-8720-4D0C2BBF6BBD}">
      <dgm:prSet/>
      <dgm:spPr/>
      <dgm:t>
        <a:bodyPr/>
        <a:lstStyle/>
        <a:p>
          <a:endParaRPr lang="en-US"/>
        </a:p>
      </dgm:t>
    </dgm:pt>
    <dgm:pt modelId="{6A55CD04-8851-4650-9EFC-7477A9742341}">
      <dgm:prSet custT="1"/>
      <dgm:spPr/>
      <dgm:t>
        <a:bodyPr/>
        <a:lstStyle/>
        <a:p>
          <a:pPr algn="ctr"/>
          <a:r>
            <a:rPr lang="en-US" sz="1800" b="1" dirty="0"/>
            <a:t>Architecture:</a:t>
          </a:r>
          <a:r>
            <a:rPr lang="en-US" sz="1800" dirty="0"/>
            <a:t> Bronze → Silver → Gold (Medallion)</a:t>
          </a:r>
        </a:p>
      </dgm:t>
    </dgm:pt>
    <dgm:pt modelId="{DE6A3985-85D1-4F43-B71F-D5561237B41C}" type="parTrans" cxnId="{046959F0-46CA-4A4B-A0E6-004FAD995D28}">
      <dgm:prSet/>
      <dgm:spPr/>
      <dgm:t>
        <a:bodyPr/>
        <a:lstStyle/>
        <a:p>
          <a:endParaRPr lang="en-US"/>
        </a:p>
      </dgm:t>
    </dgm:pt>
    <dgm:pt modelId="{61604E08-9ECF-42CC-9C2E-28A18754661B}" type="sibTrans" cxnId="{046959F0-46CA-4A4B-A0E6-004FAD995D28}">
      <dgm:prSet/>
      <dgm:spPr/>
      <dgm:t>
        <a:bodyPr/>
        <a:lstStyle/>
        <a:p>
          <a:endParaRPr lang="en-US"/>
        </a:p>
      </dgm:t>
    </dgm:pt>
    <dgm:pt modelId="{C5D774D7-6F93-4543-B129-D0C1DD4FE23B}">
      <dgm:prSet custT="1"/>
      <dgm:spPr/>
      <dgm:t>
        <a:bodyPr/>
        <a:lstStyle/>
        <a:p>
          <a:pPr algn="ctr"/>
          <a:r>
            <a:rPr lang="en-US" sz="2000" b="1" dirty="0"/>
            <a:t>Tech Stack:</a:t>
          </a:r>
          <a:r>
            <a:rPr lang="en-US" sz="2000" dirty="0"/>
            <a:t> Airflow, </a:t>
          </a:r>
          <a:r>
            <a:rPr lang="en-US" sz="2000" dirty="0" err="1"/>
            <a:t>MinIO</a:t>
          </a:r>
          <a:r>
            <a:rPr lang="en-US" sz="2000" dirty="0"/>
            <a:t>, </a:t>
          </a:r>
          <a:r>
            <a:rPr lang="en-US" sz="2000" dirty="0" err="1"/>
            <a:t>PySpark</a:t>
          </a:r>
          <a:r>
            <a:rPr lang="en-US" sz="2000" dirty="0"/>
            <a:t>, Docker</a:t>
          </a:r>
        </a:p>
      </dgm:t>
    </dgm:pt>
    <dgm:pt modelId="{6CDA1A56-5C7A-4F85-81A1-C39683AEF387}" type="parTrans" cxnId="{F4E470E5-3224-41F4-9C3A-DCC01A785483}">
      <dgm:prSet/>
      <dgm:spPr/>
      <dgm:t>
        <a:bodyPr/>
        <a:lstStyle/>
        <a:p>
          <a:endParaRPr lang="en-US"/>
        </a:p>
      </dgm:t>
    </dgm:pt>
    <dgm:pt modelId="{37D78C41-D7AD-4CEF-B6ED-6DACE4604445}" type="sibTrans" cxnId="{F4E470E5-3224-41F4-9C3A-DCC01A785483}">
      <dgm:prSet/>
      <dgm:spPr/>
      <dgm:t>
        <a:bodyPr/>
        <a:lstStyle/>
        <a:p>
          <a:endParaRPr lang="en-US"/>
        </a:p>
      </dgm:t>
    </dgm:pt>
    <dgm:pt modelId="{A3149D6A-E9E2-4203-94B2-1DFC850125F0}" type="pres">
      <dgm:prSet presAssocID="{C21D4C95-7412-4793-96CB-DA6D42DA0972}" presName="root" presStyleCnt="0">
        <dgm:presLayoutVars>
          <dgm:dir/>
          <dgm:resizeHandles val="exact"/>
        </dgm:presLayoutVars>
      </dgm:prSet>
      <dgm:spPr/>
    </dgm:pt>
    <dgm:pt modelId="{D12934AD-0C0B-4027-A898-23588F1EC203}" type="pres">
      <dgm:prSet presAssocID="{C21D4C95-7412-4793-96CB-DA6D42DA0972}" presName="container" presStyleCnt="0">
        <dgm:presLayoutVars>
          <dgm:dir/>
          <dgm:resizeHandles val="exact"/>
        </dgm:presLayoutVars>
      </dgm:prSet>
      <dgm:spPr/>
    </dgm:pt>
    <dgm:pt modelId="{01C41641-AAEC-4ABA-B126-06D500DB7AA0}" type="pres">
      <dgm:prSet presAssocID="{C8976E1D-0C37-429D-A91C-C71FB04D9DDD}" presName="compNode" presStyleCnt="0"/>
      <dgm:spPr/>
    </dgm:pt>
    <dgm:pt modelId="{5CCB8F4C-E15C-4E0D-9592-9AB8BFFC189C}" type="pres">
      <dgm:prSet presAssocID="{C8976E1D-0C37-429D-A91C-C71FB04D9DDD}" presName="iconBgRect" presStyleLbl="bgShp" presStyleIdx="0" presStyleCnt="3"/>
      <dgm:spPr/>
    </dgm:pt>
    <dgm:pt modelId="{2506A665-DAC9-4561-B75A-7F55801171EE}" type="pres">
      <dgm:prSet presAssocID="{C8976E1D-0C37-429D-A91C-C71FB04D9D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D7E70BD-201C-45E1-97A5-3EC38B440B34}" type="pres">
      <dgm:prSet presAssocID="{C8976E1D-0C37-429D-A91C-C71FB04D9DDD}" presName="spaceRect" presStyleCnt="0"/>
      <dgm:spPr/>
    </dgm:pt>
    <dgm:pt modelId="{3A2985CA-9250-4CB0-ABE5-5B2043C0A4B9}" type="pres">
      <dgm:prSet presAssocID="{C8976E1D-0C37-429D-A91C-C71FB04D9DDD}" presName="textRect" presStyleLbl="revTx" presStyleIdx="0" presStyleCnt="3">
        <dgm:presLayoutVars>
          <dgm:chMax val="1"/>
          <dgm:chPref val="1"/>
        </dgm:presLayoutVars>
      </dgm:prSet>
      <dgm:spPr/>
    </dgm:pt>
    <dgm:pt modelId="{C2590A9F-BDED-4CF0-93B6-DF58F7EFC1A1}" type="pres">
      <dgm:prSet presAssocID="{38FF3EFB-AA03-4E3B-B249-8943A55D69D2}" presName="sibTrans" presStyleLbl="sibTrans2D1" presStyleIdx="0" presStyleCnt="0"/>
      <dgm:spPr/>
    </dgm:pt>
    <dgm:pt modelId="{979034EF-5D6B-415E-8933-607447DF5106}" type="pres">
      <dgm:prSet presAssocID="{6A55CD04-8851-4650-9EFC-7477A9742341}" presName="compNode" presStyleCnt="0"/>
      <dgm:spPr/>
    </dgm:pt>
    <dgm:pt modelId="{D3FE9581-EB14-48F0-BF42-479EF642950F}" type="pres">
      <dgm:prSet presAssocID="{6A55CD04-8851-4650-9EFC-7477A9742341}" presName="iconBgRect" presStyleLbl="bgShp" presStyleIdx="1" presStyleCnt="3"/>
      <dgm:spPr/>
    </dgm:pt>
    <dgm:pt modelId="{11539334-7EE6-40E0-9CC6-F864095502CC}" type="pres">
      <dgm:prSet presAssocID="{6A55CD04-8851-4650-9EFC-7477A974234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0242953E-F782-4386-B080-185C2526400D}" type="pres">
      <dgm:prSet presAssocID="{6A55CD04-8851-4650-9EFC-7477A9742341}" presName="spaceRect" presStyleCnt="0"/>
      <dgm:spPr/>
    </dgm:pt>
    <dgm:pt modelId="{A7595C58-10E6-44D4-A552-F7F16AC9FC45}" type="pres">
      <dgm:prSet presAssocID="{6A55CD04-8851-4650-9EFC-7477A9742341}" presName="textRect" presStyleLbl="revTx" presStyleIdx="1" presStyleCnt="3">
        <dgm:presLayoutVars>
          <dgm:chMax val="1"/>
          <dgm:chPref val="1"/>
        </dgm:presLayoutVars>
      </dgm:prSet>
      <dgm:spPr/>
    </dgm:pt>
    <dgm:pt modelId="{6DBF0017-B2E6-4EB7-A4FD-EC12513BB829}" type="pres">
      <dgm:prSet presAssocID="{61604E08-9ECF-42CC-9C2E-28A18754661B}" presName="sibTrans" presStyleLbl="sibTrans2D1" presStyleIdx="0" presStyleCnt="0"/>
      <dgm:spPr/>
    </dgm:pt>
    <dgm:pt modelId="{C18CA590-27D5-48EB-BD6A-0BC5B50A0A21}" type="pres">
      <dgm:prSet presAssocID="{C5D774D7-6F93-4543-B129-D0C1DD4FE23B}" presName="compNode" presStyleCnt="0"/>
      <dgm:spPr/>
    </dgm:pt>
    <dgm:pt modelId="{DEC38153-1C4C-4572-850F-4527837B270F}" type="pres">
      <dgm:prSet presAssocID="{C5D774D7-6F93-4543-B129-D0C1DD4FE23B}" presName="iconBgRect" presStyleLbl="bgShp" presStyleIdx="2" presStyleCnt="3"/>
      <dgm:spPr/>
    </dgm:pt>
    <dgm:pt modelId="{8D52E39B-D558-4B30-810A-E390E757604B}" type="pres">
      <dgm:prSet presAssocID="{C5D774D7-6F93-4543-B129-D0C1DD4FE23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EE2618C6-AB70-4012-88CD-C2EFB311385B}" type="pres">
      <dgm:prSet presAssocID="{C5D774D7-6F93-4543-B129-D0C1DD4FE23B}" presName="spaceRect" presStyleCnt="0"/>
      <dgm:spPr/>
    </dgm:pt>
    <dgm:pt modelId="{19E9CC55-567E-44F0-9AE3-D19D8861F96B}" type="pres">
      <dgm:prSet presAssocID="{C5D774D7-6F93-4543-B129-D0C1DD4FE23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AE2B11-9070-4A27-8B92-DC97FFCE85B7}" type="presOf" srcId="{38FF3EFB-AA03-4E3B-B249-8943A55D69D2}" destId="{C2590A9F-BDED-4CF0-93B6-DF58F7EFC1A1}" srcOrd="0" destOrd="0" presId="urn:microsoft.com/office/officeart/2018/2/layout/IconCircleList"/>
    <dgm:cxn modelId="{7922AA12-DBBE-4DF4-9018-C3AE4400FE6A}" type="presOf" srcId="{C21D4C95-7412-4793-96CB-DA6D42DA0972}" destId="{A3149D6A-E9E2-4203-94B2-1DFC850125F0}" srcOrd="0" destOrd="0" presId="urn:microsoft.com/office/officeart/2018/2/layout/IconCircleList"/>
    <dgm:cxn modelId="{D9284431-5CF3-45D6-8720-4D0C2BBF6BBD}" srcId="{C21D4C95-7412-4793-96CB-DA6D42DA0972}" destId="{C8976E1D-0C37-429D-A91C-C71FB04D9DDD}" srcOrd="0" destOrd="0" parTransId="{A68A24B0-7555-441F-9DF5-B6235A1890CA}" sibTransId="{38FF3EFB-AA03-4E3B-B249-8943A55D69D2}"/>
    <dgm:cxn modelId="{9A1208B3-85FB-4ED9-A2B7-5859C2466349}" type="presOf" srcId="{61604E08-9ECF-42CC-9C2E-28A18754661B}" destId="{6DBF0017-B2E6-4EB7-A4FD-EC12513BB829}" srcOrd="0" destOrd="0" presId="urn:microsoft.com/office/officeart/2018/2/layout/IconCircleList"/>
    <dgm:cxn modelId="{0E2002CA-D72A-4593-A43D-0444BACA78A5}" type="presOf" srcId="{C5D774D7-6F93-4543-B129-D0C1DD4FE23B}" destId="{19E9CC55-567E-44F0-9AE3-D19D8861F96B}" srcOrd="0" destOrd="0" presId="urn:microsoft.com/office/officeart/2018/2/layout/IconCircleList"/>
    <dgm:cxn modelId="{7E3863DE-C246-40DF-B011-FF8CA2CE12D1}" type="presOf" srcId="{6A55CD04-8851-4650-9EFC-7477A9742341}" destId="{A7595C58-10E6-44D4-A552-F7F16AC9FC45}" srcOrd="0" destOrd="0" presId="urn:microsoft.com/office/officeart/2018/2/layout/IconCircleList"/>
    <dgm:cxn modelId="{F4E470E5-3224-41F4-9C3A-DCC01A785483}" srcId="{C21D4C95-7412-4793-96CB-DA6D42DA0972}" destId="{C5D774D7-6F93-4543-B129-D0C1DD4FE23B}" srcOrd="2" destOrd="0" parTransId="{6CDA1A56-5C7A-4F85-81A1-C39683AEF387}" sibTransId="{37D78C41-D7AD-4CEF-B6ED-6DACE4604445}"/>
    <dgm:cxn modelId="{046959F0-46CA-4A4B-A0E6-004FAD995D28}" srcId="{C21D4C95-7412-4793-96CB-DA6D42DA0972}" destId="{6A55CD04-8851-4650-9EFC-7477A9742341}" srcOrd="1" destOrd="0" parTransId="{DE6A3985-85D1-4F43-B71F-D5561237B41C}" sibTransId="{61604E08-9ECF-42CC-9C2E-28A18754661B}"/>
    <dgm:cxn modelId="{66B815FC-5B71-4747-83A1-473B132BA319}" type="presOf" srcId="{C8976E1D-0C37-429D-A91C-C71FB04D9DDD}" destId="{3A2985CA-9250-4CB0-ABE5-5B2043C0A4B9}" srcOrd="0" destOrd="0" presId="urn:microsoft.com/office/officeart/2018/2/layout/IconCircleList"/>
    <dgm:cxn modelId="{A4E0DAC1-E30D-409A-B520-71B9C4706868}" type="presParOf" srcId="{A3149D6A-E9E2-4203-94B2-1DFC850125F0}" destId="{D12934AD-0C0B-4027-A898-23588F1EC203}" srcOrd="0" destOrd="0" presId="urn:microsoft.com/office/officeart/2018/2/layout/IconCircleList"/>
    <dgm:cxn modelId="{1BFF9673-BE7B-4EBC-AE53-25FED9602A03}" type="presParOf" srcId="{D12934AD-0C0B-4027-A898-23588F1EC203}" destId="{01C41641-AAEC-4ABA-B126-06D500DB7AA0}" srcOrd="0" destOrd="0" presId="urn:microsoft.com/office/officeart/2018/2/layout/IconCircleList"/>
    <dgm:cxn modelId="{2E9A3B9E-87E3-40E0-BA87-EEE9D9460209}" type="presParOf" srcId="{01C41641-AAEC-4ABA-B126-06D500DB7AA0}" destId="{5CCB8F4C-E15C-4E0D-9592-9AB8BFFC189C}" srcOrd="0" destOrd="0" presId="urn:microsoft.com/office/officeart/2018/2/layout/IconCircleList"/>
    <dgm:cxn modelId="{FD9A2BFE-924E-4B91-B576-C27803969DAE}" type="presParOf" srcId="{01C41641-AAEC-4ABA-B126-06D500DB7AA0}" destId="{2506A665-DAC9-4561-B75A-7F55801171EE}" srcOrd="1" destOrd="0" presId="urn:microsoft.com/office/officeart/2018/2/layout/IconCircleList"/>
    <dgm:cxn modelId="{F0AA2233-9016-4B5C-BFBB-9FD58DF2B487}" type="presParOf" srcId="{01C41641-AAEC-4ABA-B126-06D500DB7AA0}" destId="{AD7E70BD-201C-45E1-97A5-3EC38B440B34}" srcOrd="2" destOrd="0" presId="urn:microsoft.com/office/officeart/2018/2/layout/IconCircleList"/>
    <dgm:cxn modelId="{76627C34-6813-4D1C-A022-854A0EAD3B1E}" type="presParOf" srcId="{01C41641-AAEC-4ABA-B126-06D500DB7AA0}" destId="{3A2985CA-9250-4CB0-ABE5-5B2043C0A4B9}" srcOrd="3" destOrd="0" presId="urn:microsoft.com/office/officeart/2018/2/layout/IconCircleList"/>
    <dgm:cxn modelId="{F4F72846-FB3E-433C-A08A-223067E0E0DC}" type="presParOf" srcId="{D12934AD-0C0B-4027-A898-23588F1EC203}" destId="{C2590A9F-BDED-4CF0-93B6-DF58F7EFC1A1}" srcOrd="1" destOrd="0" presId="urn:microsoft.com/office/officeart/2018/2/layout/IconCircleList"/>
    <dgm:cxn modelId="{F939FE88-936A-4A24-91ED-3172D327806A}" type="presParOf" srcId="{D12934AD-0C0B-4027-A898-23588F1EC203}" destId="{979034EF-5D6B-415E-8933-607447DF5106}" srcOrd="2" destOrd="0" presId="urn:microsoft.com/office/officeart/2018/2/layout/IconCircleList"/>
    <dgm:cxn modelId="{B17E66DE-A8B8-4C31-AEC6-1EF0E50CF909}" type="presParOf" srcId="{979034EF-5D6B-415E-8933-607447DF5106}" destId="{D3FE9581-EB14-48F0-BF42-479EF642950F}" srcOrd="0" destOrd="0" presId="urn:microsoft.com/office/officeart/2018/2/layout/IconCircleList"/>
    <dgm:cxn modelId="{CD5D1D0F-E2D3-4E1D-BC49-F44FA8428CDD}" type="presParOf" srcId="{979034EF-5D6B-415E-8933-607447DF5106}" destId="{11539334-7EE6-40E0-9CC6-F864095502CC}" srcOrd="1" destOrd="0" presId="urn:microsoft.com/office/officeart/2018/2/layout/IconCircleList"/>
    <dgm:cxn modelId="{612C5A0E-B439-4D0B-ADC7-6EE19802B313}" type="presParOf" srcId="{979034EF-5D6B-415E-8933-607447DF5106}" destId="{0242953E-F782-4386-B080-185C2526400D}" srcOrd="2" destOrd="0" presId="urn:microsoft.com/office/officeart/2018/2/layout/IconCircleList"/>
    <dgm:cxn modelId="{EA75666A-8167-4FEB-A32C-549FA2D51372}" type="presParOf" srcId="{979034EF-5D6B-415E-8933-607447DF5106}" destId="{A7595C58-10E6-44D4-A552-F7F16AC9FC45}" srcOrd="3" destOrd="0" presId="urn:microsoft.com/office/officeart/2018/2/layout/IconCircleList"/>
    <dgm:cxn modelId="{F929985B-A0C7-4A3C-89F8-FC63E111F5BA}" type="presParOf" srcId="{D12934AD-0C0B-4027-A898-23588F1EC203}" destId="{6DBF0017-B2E6-4EB7-A4FD-EC12513BB829}" srcOrd="3" destOrd="0" presId="urn:microsoft.com/office/officeart/2018/2/layout/IconCircleList"/>
    <dgm:cxn modelId="{0128B0AC-9605-466C-88C6-BD34A322F0F6}" type="presParOf" srcId="{D12934AD-0C0B-4027-A898-23588F1EC203}" destId="{C18CA590-27D5-48EB-BD6A-0BC5B50A0A21}" srcOrd="4" destOrd="0" presId="urn:microsoft.com/office/officeart/2018/2/layout/IconCircleList"/>
    <dgm:cxn modelId="{7ABF68F7-6A5C-45C3-817E-4439B33709FB}" type="presParOf" srcId="{C18CA590-27D5-48EB-BD6A-0BC5B50A0A21}" destId="{DEC38153-1C4C-4572-850F-4527837B270F}" srcOrd="0" destOrd="0" presId="urn:microsoft.com/office/officeart/2018/2/layout/IconCircleList"/>
    <dgm:cxn modelId="{59D6FBA8-8ECD-4D59-A1B2-BC0975DAF837}" type="presParOf" srcId="{C18CA590-27D5-48EB-BD6A-0BC5B50A0A21}" destId="{8D52E39B-D558-4B30-810A-E390E757604B}" srcOrd="1" destOrd="0" presId="urn:microsoft.com/office/officeart/2018/2/layout/IconCircleList"/>
    <dgm:cxn modelId="{D2067FE6-C91E-4F7A-85E3-D5A92661DC04}" type="presParOf" srcId="{C18CA590-27D5-48EB-BD6A-0BC5B50A0A21}" destId="{EE2618C6-AB70-4012-88CD-C2EFB311385B}" srcOrd="2" destOrd="0" presId="urn:microsoft.com/office/officeart/2018/2/layout/IconCircleList"/>
    <dgm:cxn modelId="{7E29FCAA-6E67-4470-95F3-1ED7222542DF}" type="presParOf" srcId="{C18CA590-27D5-48EB-BD6A-0BC5B50A0A21}" destId="{19E9CC55-567E-44F0-9AE3-D19D8861F96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D7705A-1C03-4CD0-8297-758BB8D375D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F49946-B94E-4E19-B15E-58DB77B90A97}">
      <dgm:prSet custT="1"/>
      <dgm:spPr/>
      <dgm:t>
        <a:bodyPr/>
        <a:lstStyle/>
        <a:p>
          <a:r>
            <a:rPr lang="en-US" sz="2800" b="1" i="0" dirty="0"/>
            <a:t>Owner:</a:t>
          </a:r>
          <a:r>
            <a:rPr lang="en-US" sz="2800" b="0" i="0" dirty="0"/>
            <a:t> Afnan Khan</a:t>
          </a:r>
          <a:endParaRPr lang="en-US" sz="2800" dirty="0"/>
        </a:p>
      </dgm:t>
    </dgm:pt>
    <dgm:pt modelId="{B0C84AA3-46B2-4E81-9F3E-543FB49DE840}" type="parTrans" cxnId="{B8CF4A33-9303-498B-AA82-8BE3AF313DE5}">
      <dgm:prSet/>
      <dgm:spPr/>
      <dgm:t>
        <a:bodyPr/>
        <a:lstStyle/>
        <a:p>
          <a:endParaRPr lang="en-US"/>
        </a:p>
      </dgm:t>
    </dgm:pt>
    <dgm:pt modelId="{F87F6CBF-F611-4692-A5CC-E6EF49F34730}" type="sibTrans" cxnId="{B8CF4A33-9303-498B-AA82-8BE3AF313DE5}">
      <dgm:prSet/>
      <dgm:spPr/>
      <dgm:t>
        <a:bodyPr/>
        <a:lstStyle/>
        <a:p>
          <a:endParaRPr lang="en-US"/>
        </a:p>
      </dgm:t>
    </dgm:pt>
    <dgm:pt modelId="{76AA00F7-966A-42AE-A7DE-BF3B167F554B}">
      <dgm:prSet custT="1"/>
      <dgm:spPr/>
      <dgm:t>
        <a:bodyPr/>
        <a:lstStyle/>
        <a:p>
          <a:r>
            <a:rPr lang="en-US" sz="2800" b="1" i="0" dirty="0"/>
            <a:t>Input:</a:t>
          </a:r>
          <a:r>
            <a:rPr lang="en-US" sz="2800" b="0" i="0" dirty="0"/>
            <a:t> Kaggle dataset (8 CSV files) and </a:t>
          </a:r>
          <a:r>
            <a:rPr lang="en-US" sz="2800" b="0" i="0" dirty="0" err="1"/>
            <a:t>DummyJSON</a:t>
          </a:r>
          <a:r>
            <a:rPr lang="en-US" sz="2800" b="0" i="0" dirty="0"/>
            <a:t> API</a:t>
          </a:r>
          <a:endParaRPr lang="en-US" sz="2800" dirty="0"/>
        </a:p>
      </dgm:t>
    </dgm:pt>
    <dgm:pt modelId="{4FE8B923-B546-4AAE-A44D-1DF10ABFFD3B}" type="parTrans" cxnId="{840D63E7-666C-4A6D-BA87-D4CE4E912220}">
      <dgm:prSet/>
      <dgm:spPr/>
      <dgm:t>
        <a:bodyPr/>
        <a:lstStyle/>
        <a:p>
          <a:endParaRPr lang="en-US"/>
        </a:p>
      </dgm:t>
    </dgm:pt>
    <dgm:pt modelId="{9C3C7986-20E7-4EA9-BE97-9C37FFBFBAB9}" type="sibTrans" cxnId="{840D63E7-666C-4A6D-BA87-D4CE4E912220}">
      <dgm:prSet/>
      <dgm:spPr/>
      <dgm:t>
        <a:bodyPr/>
        <a:lstStyle/>
        <a:p>
          <a:endParaRPr lang="en-US"/>
        </a:p>
      </dgm:t>
    </dgm:pt>
    <dgm:pt modelId="{FAD058BC-0824-4073-9F51-FFC16CAF8BE2}">
      <dgm:prSet custT="1"/>
      <dgm:spPr/>
      <dgm:t>
        <a:bodyPr/>
        <a:lstStyle/>
        <a:p>
          <a:r>
            <a:rPr lang="en-US" sz="2800" b="1" i="0" dirty="0"/>
            <a:t>Output:</a:t>
          </a:r>
          <a:r>
            <a:rPr lang="en-US" sz="2800" b="0" i="0" dirty="0"/>
            <a:t> Raw data stored in </a:t>
          </a:r>
          <a:r>
            <a:rPr lang="en-US" sz="2800" b="0" i="0" dirty="0" err="1"/>
            <a:t>MinIO</a:t>
          </a:r>
          <a:r>
            <a:rPr lang="en-US" sz="2800" b="0" i="0" dirty="0"/>
            <a:t> /bronze/ bucket</a:t>
          </a:r>
          <a:endParaRPr lang="en-US" sz="2800" dirty="0"/>
        </a:p>
      </dgm:t>
    </dgm:pt>
    <dgm:pt modelId="{D91C1334-1D54-4733-BFF2-6F5F8D747CF0}" type="parTrans" cxnId="{08334312-7BB4-4A39-94D7-AE684EFF51CA}">
      <dgm:prSet/>
      <dgm:spPr/>
      <dgm:t>
        <a:bodyPr/>
        <a:lstStyle/>
        <a:p>
          <a:endParaRPr lang="en-US"/>
        </a:p>
      </dgm:t>
    </dgm:pt>
    <dgm:pt modelId="{BFE71F26-BFE4-4AFA-B8E9-7B8570A969AF}" type="sibTrans" cxnId="{08334312-7BB4-4A39-94D7-AE684EFF51CA}">
      <dgm:prSet/>
      <dgm:spPr/>
      <dgm:t>
        <a:bodyPr/>
        <a:lstStyle/>
        <a:p>
          <a:endParaRPr lang="en-US"/>
        </a:p>
      </dgm:t>
    </dgm:pt>
    <dgm:pt modelId="{C2208E9D-C3B7-4F00-AE4E-9EF5C784238E}">
      <dgm:prSet custT="1"/>
      <dgm:spPr/>
      <dgm:t>
        <a:bodyPr/>
        <a:lstStyle/>
        <a:p>
          <a:r>
            <a:rPr lang="en-US" sz="2800" b="1" i="0" dirty="0"/>
            <a:t>Process:</a:t>
          </a:r>
          <a:r>
            <a:rPr lang="en-US" sz="2800" b="0" i="0" dirty="0"/>
            <a:t> Automated daily ingestion at 6 PM UTC</a:t>
          </a:r>
          <a:endParaRPr lang="en-US" sz="2800" dirty="0"/>
        </a:p>
      </dgm:t>
    </dgm:pt>
    <dgm:pt modelId="{06B65336-2D97-4DD4-9E3A-23865D6F9659}" type="parTrans" cxnId="{0DD4AE74-EE93-4908-9BB2-4DBEB36C8119}">
      <dgm:prSet/>
      <dgm:spPr/>
      <dgm:t>
        <a:bodyPr/>
        <a:lstStyle/>
        <a:p>
          <a:endParaRPr lang="en-US"/>
        </a:p>
      </dgm:t>
    </dgm:pt>
    <dgm:pt modelId="{92A3A7DC-1ADB-4EEC-AA69-8759006FA752}" type="sibTrans" cxnId="{0DD4AE74-EE93-4908-9BB2-4DBEB36C8119}">
      <dgm:prSet/>
      <dgm:spPr/>
      <dgm:t>
        <a:bodyPr/>
        <a:lstStyle/>
        <a:p>
          <a:endParaRPr lang="en-US"/>
        </a:p>
      </dgm:t>
    </dgm:pt>
    <dgm:pt modelId="{3A922157-37B8-4E0D-8F9F-35AC91D662B8}">
      <dgm:prSet custT="1"/>
      <dgm:spPr/>
      <dgm:t>
        <a:bodyPr/>
        <a:lstStyle/>
        <a:p>
          <a:r>
            <a:rPr lang="en-US" sz="2800" b="1" i="0" dirty="0"/>
            <a:t>Features:</a:t>
          </a:r>
          <a:r>
            <a:rPr lang="en-US" sz="2800" b="0" i="0" dirty="0"/>
            <a:t> Error handling with retry logic and timestamped partitions</a:t>
          </a:r>
          <a:endParaRPr lang="en-US" sz="2800" dirty="0"/>
        </a:p>
      </dgm:t>
    </dgm:pt>
    <dgm:pt modelId="{275D6BC0-2B4B-4429-87EB-E84EFDDFB19D}" type="parTrans" cxnId="{9E2F3B14-59A2-4EBA-84C7-49FC7BFD4ABC}">
      <dgm:prSet/>
      <dgm:spPr/>
      <dgm:t>
        <a:bodyPr/>
        <a:lstStyle/>
        <a:p>
          <a:endParaRPr lang="en-US"/>
        </a:p>
      </dgm:t>
    </dgm:pt>
    <dgm:pt modelId="{7822C970-9F02-450E-95A1-C6EDBDED9716}" type="sibTrans" cxnId="{9E2F3B14-59A2-4EBA-84C7-49FC7BFD4ABC}">
      <dgm:prSet/>
      <dgm:spPr/>
      <dgm:t>
        <a:bodyPr/>
        <a:lstStyle/>
        <a:p>
          <a:endParaRPr lang="en-US"/>
        </a:p>
      </dgm:t>
    </dgm:pt>
    <dgm:pt modelId="{215FA9C5-C785-46A3-A7FB-CE48887D5EDD}" type="pres">
      <dgm:prSet presAssocID="{46D7705A-1C03-4CD0-8297-758BB8D375DB}" presName="vert0" presStyleCnt="0">
        <dgm:presLayoutVars>
          <dgm:dir/>
          <dgm:animOne val="branch"/>
          <dgm:animLvl val="lvl"/>
        </dgm:presLayoutVars>
      </dgm:prSet>
      <dgm:spPr/>
    </dgm:pt>
    <dgm:pt modelId="{0FA05FD8-01D4-4C19-A0EA-70BFE98A0F94}" type="pres">
      <dgm:prSet presAssocID="{C2F49946-B94E-4E19-B15E-58DB77B90A97}" presName="thickLine" presStyleLbl="alignNode1" presStyleIdx="0" presStyleCnt="5"/>
      <dgm:spPr/>
    </dgm:pt>
    <dgm:pt modelId="{CBFACC47-5D10-4615-8C74-1EC11D9ADDB2}" type="pres">
      <dgm:prSet presAssocID="{C2F49946-B94E-4E19-B15E-58DB77B90A97}" presName="horz1" presStyleCnt="0"/>
      <dgm:spPr/>
    </dgm:pt>
    <dgm:pt modelId="{3266520D-CABC-438B-A443-AD212374DDD4}" type="pres">
      <dgm:prSet presAssocID="{C2F49946-B94E-4E19-B15E-58DB77B90A97}" presName="tx1" presStyleLbl="revTx" presStyleIdx="0" presStyleCnt="5"/>
      <dgm:spPr/>
    </dgm:pt>
    <dgm:pt modelId="{64F1757C-6BB2-46A7-9705-73F721B92A55}" type="pres">
      <dgm:prSet presAssocID="{C2F49946-B94E-4E19-B15E-58DB77B90A97}" presName="vert1" presStyleCnt="0"/>
      <dgm:spPr/>
    </dgm:pt>
    <dgm:pt modelId="{B112CE23-C0FE-4CC9-879B-BEFD917491C3}" type="pres">
      <dgm:prSet presAssocID="{76AA00F7-966A-42AE-A7DE-BF3B167F554B}" presName="thickLine" presStyleLbl="alignNode1" presStyleIdx="1" presStyleCnt="5"/>
      <dgm:spPr/>
    </dgm:pt>
    <dgm:pt modelId="{D4A995E8-C1FF-41E9-BD40-B6D93DBBE081}" type="pres">
      <dgm:prSet presAssocID="{76AA00F7-966A-42AE-A7DE-BF3B167F554B}" presName="horz1" presStyleCnt="0"/>
      <dgm:spPr/>
    </dgm:pt>
    <dgm:pt modelId="{4317DFFC-A2C7-4651-8862-6158FADFAE20}" type="pres">
      <dgm:prSet presAssocID="{76AA00F7-966A-42AE-A7DE-BF3B167F554B}" presName="tx1" presStyleLbl="revTx" presStyleIdx="1" presStyleCnt="5"/>
      <dgm:spPr/>
    </dgm:pt>
    <dgm:pt modelId="{FC2E5550-E24B-46F3-95E1-2D840AB7EAD6}" type="pres">
      <dgm:prSet presAssocID="{76AA00F7-966A-42AE-A7DE-BF3B167F554B}" presName="vert1" presStyleCnt="0"/>
      <dgm:spPr/>
    </dgm:pt>
    <dgm:pt modelId="{E3169815-1AF9-4A00-8D40-1995BE715153}" type="pres">
      <dgm:prSet presAssocID="{FAD058BC-0824-4073-9F51-FFC16CAF8BE2}" presName="thickLine" presStyleLbl="alignNode1" presStyleIdx="2" presStyleCnt="5"/>
      <dgm:spPr/>
    </dgm:pt>
    <dgm:pt modelId="{0E69158D-F37D-41E1-8287-A47E1BE6B9FF}" type="pres">
      <dgm:prSet presAssocID="{FAD058BC-0824-4073-9F51-FFC16CAF8BE2}" presName="horz1" presStyleCnt="0"/>
      <dgm:spPr/>
    </dgm:pt>
    <dgm:pt modelId="{18410634-0A31-438D-80E2-13057E3DCDAB}" type="pres">
      <dgm:prSet presAssocID="{FAD058BC-0824-4073-9F51-FFC16CAF8BE2}" presName="tx1" presStyleLbl="revTx" presStyleIdx="2" presStyleCnt="5"/>
      <dgm:spPr/>
    </dgm:pt>
    <dgm:pt modelId="{A839FB31-FF5F-426F-8AA7-9C24E775604E}" type="pres">
      <dgm:prSet presAssocID="{FAD058BC-0824-4073-9F51-FFC16CAF8BE2}" presName="vert1" presStyleCnt="0"/>
      <dgm:spPr/>
    </dgm:pt>
    <dgm:pt modelId="{FB2886CE-3AF9-43B9-B6DE-3140242D2A06}" type="pres">
      <dgm:prSet presAssocID="{C2208E9D-C3B7-4F00-AE4E-9EF5C784238E}" presName="thickLine" presStyleLbl="alignNode1" presStyleIdx="3" presStyleCnt="5"/>
      <dgm:spPr/>
    </dgm:pt>
    <dgm:pt modelId="{F3A81C37-D4CB-4D56-ACE2-C7B1553EEC25}" type="pres">
      <dgm:prSet presAssocID="{C2208E9D-C3B7-4F00-AE4E-9EF5C784238E}" presName="horz1" presStyleCnt="0"/>
      <dgm:spPr/>
    </dgm:pt>
    <dgm:pt modelId="{6D4226F4-EE6E-45E1-8B10-471DCAC01428}" type="pres">
      <dgm:prSet presAssocID="{C2208E9D-C3B7-4F00-AE4E-9EF5C784238E}" presName="tx1" presStyleLbl="revTx" presStyleIdx="3" presStyleCnt="5"/>
      <dgm:spPr/>
    </dgm:pt>
    <dgm:pt modelId="{DC7DC812-8605-4C29-8BA1-C22920DBB607}" type="pres">
      <dgm:prSet presAssocID="{C2208E9D-C3B7-4F00-AE4E-9EF5C784238E}" presName="vert1" presStyleCnt="0"/>
      <dgm:spPr/>
    </dgm:pt>
    <dgm:pt modelId="{3475B2E9-8ABF-49CE-8138-FEA25F833066}" type="pres">
      <dgm:prSet presAssocID="{3A922157-37B8-4E0D-8F9F-35AC91D662B8}" presName="thickLine" presStyleLbl="alignNode1" presStyleIdx="4" presStyleCnt="5"/>
      <dgm:spPr/>
    </dgm:pt>
    <dgm:pt modelId="{ABC70F15-5E51-4EF9-A80F-193F14A1A4B1}" type="pres">
      <dgm:prSet presAssocID="{3A922157-37B8-4E0D-8F9F-35AC91D662B8}" presName="horz1" presStyleCnt="0"/>
      <dgm:spPr/>
    </dgm:pt>
    <dgm:pt modelId="{8FDE33D2-BC7F-4119-97F4-013221EAC5ED}" type="pres">
      <dgm:prSet presAssocID="{3A922157-37B8-4E0D-8F9F-35AC91D662B8}" presName="tx1" presStyleLbl="revTx" presStyleIdx="4" presStyleCnt="5"/>
      <dgm:spPr/>
    </dgm:pt>
    <dgm:pt modelId="{AC647841-71B8-4F1D-8BA7-3D1AC8FC996A}" type="pres">
      <dgm:prSet presAssocID="{3A922157-37B8-4E0D-8F9F-35AC91D662B8}" presName="vert1" presStyleCnt="0"/>
      <dgm:spPr/>
    </dgm:pt>
  </dgm:ptLst>
  <dgm:cxnLst>
    <dgm:cxn modelId="{08334312-7BB4-4A39-94D7-AE684EFF51CA}" srcId="{46D7705A-1C03-4CD0-8297-758BB8D375DB}" destId="{FAD058BC-0824-4073-9F51-FFC16CAF8BE2}" srcOrd="2" destOrd="0" parTransId="{D91C1334-1D54-4733-BFF2-6F5F8D747CF0}" sibTransId="{BFE71F26-BFE4-4AFA-B8E9-7B8570A969AF}"/>
    <dgm:cxn modelId="{9E2F3B14-59A2-4EBA-84C7-49FC7BFD4ABC}" srcId="{46D7705A-1C03-4CD0-8297-758BB8D375DB}" destId="{3A922157-37B8-4E0D-8F9F-35AC91D662B8}" srcOrd="4" destOrd="0" parTransId="{275D6BC0-2B4B-4429-87EB-E84EFDDFB19D}" sibTransId="{7822C970-9F02-450E-95A1-C6EDBDED9716}"/>
    <dgm:cxn modelId="{B539A719-0DD5-47E9-A122-8CA4AB67F956}" type="presOf" srcId="{FAD058BC-0824-4073-9F51-FFC16CAF8BE2}" destId="{18410634-0A31-438D-80E2-13057E3DCDAB}" srcOrd="0" destOrd="0" presId="urn:microsoft.com/office/officeart/2008/layout/LinedList"/>
    <dgm:cxn modelId="{14FEE02F-DCFC-4B5A-A19C-D01CA3A23A6B}" type="presOf" srcId="{C2208E9D-C3B7-4F00-AE4E-9EF5C784238E}" destId="{6D4226F4-EE6E-45E1-8B10-471DCAC01428}" srcOrd="0" destOrd="0" presId="urn:microsoft.com/office/officeart/2008/layout/LinedList"/>
    <dgm:cxn modelId="{B8CF4A33-9303-498B-AA82-8BE3AF313DE5}" srcId="{46D7705A-1C03-4CD0-8297-758BB8D375DB}" destId="{C2F49946-B94E-4E19-B15E-58DB77B90A97}" srcOrd="0" destOrd="0" parTransId="{B0C84AA3-46B2-4E81-9F3E-543FB49DE840}" sibTransId="{F87F6CBF-F611-4692-A5CC-E6EF49F34730}"/>
    <dgm:cxn modelId="{4E66443F-BBF5-4C49-9933-E0C648A9D981}" type="presOf" srcId="{76AA00F7-966A-42AE-A7DE-BF3B167F554B}" destId="{4317DFFC-A2C7-4651-8862-6158FADFAE20}" srcOrd="0" destOrd="0" presId="urn:microsoft.com/office/officeart/2008/layout/LinedList"/>
    <dgm:cxn modelId="{0DD4AE74-EE93-4908-9BB2-4DBEB36C8119}" srcId="{46D7705A-1C03-4CD0-8297-758BB8D375DB}" destId="{C2208E9D-C3B7-4F00-AE4E-9EF5C784238E}" srcOrd="3" destOrd="0" parTransId="{06B65336-2D97-4DD4-9E3A-23865D6F9659}" sibTransId="{92A3A7DC-1ADB-4EEC-AA69-8759006FA752}"/>
    <dgm:cxn modelId="{B1158E84-E0AD-4DC0-9B7C-5AE5ECEA19E6}" type="presOf" srcId="{46D7705A-1C03-4CD0-8297-758BB8D375DB}" destId="{215FA9C5-C785-46A3-A7FB-CE48887D5EDD}" srcOrd="0" destOrd="0" presId="urn:microsoft.com/office/officeart/2008/layout/LinedList"/>
    <dgm:cxn modelId="{662321E4-5D18-48DE-8AFC-3D5D9AEBC1F4}" type="presOf" srcId="{C2F49946-B94E-4E19-B15E-58DB77B90A97}" destId="{3266520D-CABC-438B-A443-AD212374DDD4}" srcOrd="0" destOrd="0" presId="urn:microsoft.com/office/officeart/2008/layout/LinedList"/>
    <dgm:cxn modelId="{840D63E7-666C-4A6D-BA87-D4CE4E912220}" srcId="{46D7705A-1C03-4CD0-8297-758BB8D375DB}" destId="{76AA00F7-966A-42AE-A7DE-BF3B167F554B}" srcOrd="1" destOrd="0" parTransId="{4FE8B923-B546-4AAE-A44D-1DF10ABFFD3B}" sibTransId="{9C3C7986-20E7-4EA9-BE97-9C37FFBFBAB9}"/>
    <dgm:cxn modelId="{0249A5FB-C542-46BA-A7A6-497D9598E86F}" type="presOf" srcId="{3A922157-37B8-4E0D-8F9F-35AC91D662B8}" destId="{8FDE33D2-BC7F-4119-97F4-013221EAC5ED}" srcOrd="0" destOrd="0" presId="urn:microsoft.com/office/officeart/2008/layout/LinedList"/>
    <dgm:cxn modelId="{E428C8D4-1FBD-49A5-AD8F-46BA6B0BA11A}" type="presParOf" srcId="{215FA9C5-C785-46A3-A7FB-CE48887D5EDD}" destId="{0FA05FD8-01D4-4C19-A0EA-70BFE98A0F94}" srcOrd="0" destOrd="0" presId="urn:microsoft.com/office/officeart/2008/layout/LinedList"/>
    <dgm:cxn modelId="{8473AA39-9A3A-4E9F-88F3-F226BD5E976A}" type="presParOf" srcId="{215FA9C5-C785-46A3-A7FB-CE48887D5EDD}" destId="{CBFACC47-5D10-4615-8C74-1EC11D9ADDB2}" srcOrd="1" destOrd="0" presId="urn:microsoft.com/office/officeart/2008/layout/LinedList"/>
    <dgm:cxn modelId="{FEBFFFB3-552A-4C92-A5C8-E0A7672643D7}" type="presParOf" srcId="{CBFACC47-5D10-4615-8C74-1EC11D9ADDB2}" destId="{3266520D-CABC-438B-A443-AD212374DDD4}" srcOrd="0" destOrd="0" presId="urn:microsoft.com/office/officeart/2008/layout/LinedList"/>
    <dgm:cxn modelId="{A7330320-7407-4912-AED5-D3095510D582}" type="presParOf" srcId="{CBFACC47-5D10-4615-8C74-1EC11D9ADDB2}" destId="{64F1757C-6BB2-46A7-9705-73F721B92A55}" srcOrd="1" destOrd="0" presId="urn:microsoft.com/office/officeart/2008/layout/LinedList"/>
    <dgm:cxn modelId="{BFFF09E4-ECD0-448A-861D-E4B03CCD00F0}" type="presParOf" srcId="{215FA9C5-C785-46A3-A7FB-CE48887D5EDD}" destId="{B112CE23-C0FE-4CC9-879B-BEFD917491C3}" srcOrd="2" destOrd="0" presId="urn:microsoft.com/office/officeart/2008/layout/LinedList"/>
    <dgm:cxn modelId="{9556221E-420B-4095-8017-D55A127AEA7C}" type="presParOf" srcId="{215FA9C5-C785-46A3-A7FB-CE48887D5EDD}" destId="{D4A995E8-C1FF-41E9-BD40-B6D93DBBE081}" srcOrd="3" destOrd="0" presId="urn:microsoft.com/office/officeart/2008/layout/LinedList"/>
    <dgm:cxn modelId="{5681095C-61DD-44D3-A3D9-A03A7DF8BD89}" type="presParOf" srcId="{D4A995E8-C1FF-41E9-BD40-B6D93DBBE081}" destId="{4317DFFC-A2C7-4651-8862-6158FADFAE20}" srcOrd="0" destOrd="0" presId="urn:microsoft.com/office/officeart/2008/layout/LinedList"/>
    <dgm:cxn modelId="{440A9522-CD5D-4399-9F23-ECA0F0D20C24}" type="presParOf" srcId="{D4A995E8-C1FF-41E9-BD40-B6D93DBBE081}" destId="{FC2E5550-E24B-46F3-95E1-2D840AB7EAD6}" srcOrd="1" destOrd="0" presId="urn:microsoft.com/office/officeart/2008/layout/LinedList"/>
    <dgm:cxn modelId="{9F1373B2-DB45-421E-A709-6CE8F37CE231}" type="presParOf" srcId="{215FA9C5-C785-46A3-A7FB-CE48887D5EDD}" destId="{E3169815-1AF9-4A00-8D40-1995BE715153}" srcOrd="4" destOrd="0" presId="urn:microsoft.com/office/officeart/2008/layout/LinedList"/>
    <dgm:cxn modelId="{3EAA6753-AE5F-4561-A32F-5C0BA40961AB}" type="presParOf" srcId="{215FA9C5-C785-46A3-A7FB-CE48887D5EDD}" destId="{0E69158D-F37D-41E1-8287-A47E1BE6B9FF}" srcOrd="5" destOrd="0" presId="urn:microsoft.com/office/officeart/2008/layout/LinedList"/>
    <dgm:cxn modelId="{530B115A-3707-4BC0-87AD-924F07E0472A}" type="presParOf" srcId="{0E69158D-F37D-41E1-8287-A47E1BE6B9FF}" destId="{18410634-0A31-438D-80E2-13057E3DCDAB}" srcOrd="0" destOrd="0" presId="urn:microsoft.com/office/officeart/2008/layout/LinedList"/>
    <dgm:cxn modelId="{88E5A0B4-CBCE-4AB6-BF10-49DB86F23A11}" type="presParOf" srcId="{0E69158D-F37D-41E1-8287-A47E1BE6B9FF}" destId="{A839FB31-FF5F-426F-8AA7-9C24E775604E}" srcOrd="1" destOrd="0" presId="urn:microsoft.com/office/officeart/2008/layout/LinedList"/>
    <dgm:cxn modelId="{673BDA5D-0A28-4456-97F5-EF2EC6E139CB}" type="presParOf" srcId="{215FA9C5-C785-46A3-A7FB-CE48887D5EDD}" destId="{FB2886CE-3AF9-43B9-B6DE-3140242D2A06}" srcOrd="6" destOrd="0" presId="urn:microsoft.com/office/officeart/2008/layout/LinedList"/>
    <dgm:cxn modelId="{C65634CF-130D-4532-8395-2510E8315E6E}" type="presParOf" srcId="{215FA9C5-C785-46A3-A7FB-CE48887D5EDD}" destId="{F3A81C37-D4CB-4D56-ACE2-C7B1553EEC25}" srcOrd="7" destOrd="0" presId="urn:microsoft.com/office/officeart/2008/layout/LinedList"/>
    <dgm:cxn modelId="{035EBA9F-70DF-4FDB-9A5D-57391477D889}" type="presParOf" srcId="{F3A81C37-D4CB-4D56-ACE2-C7B1553EEC25}" destId="{6D4226F4-EE6E-45E1-8B10-471DCAC01428}" srcOrd="0" destOrd="0" presId="urn:microsoft.com/office/officeart/2008/layout/LinedList"/>
    <dgm:cxn modelId="{93E4049E-31DF-4BCE-93EC-F4357F5967D6}" type="presParOf" srcId="{F3A81C37-D4CB-4D56-ACE2-C7B1553EEC25}" destId="{DC7DC812-8605-4C29-8BA1-C22920DBB607}" srcOrd="1" destOrd="0" presId="urn:microsoft.com/office/officeart/2008/layout/LinedList"/>
    <dgm:cxn modelId="{D3E88BF9-7FA1-4B2F-8596-AAC84271EA02}" type="presParOf" srcId="{215FA9C5-C785-46A3-A7FB-CE48887D5EDD}" destId="{3475B2E9-8ABF-49CE-8138-FEA25F833066}" srcOrd="8" destOrd="0" presId="urn:microsoft.com/office/officeart/2008/layout/LinedList"/>
    <dgm:cxn modelId="{3F1A1084-C91C-446B-B284-850D45D90B58}" type="presParOf" srcId="{215FA9C5-C785-46A3-A7FB-CE48887D5EDD}" destId="{ABC70F15-5E51-4EF9-A80F-193F14A1A4B1}" srcOrd="9" destOrd="0" presId="urn:microsoft.com/office/officeart/2008/layout/LinedList"/>
    <dgm:cxn modelId="{4489C8D3-EA8F-425C-BFEA-07FB8A4B3D62}" type="presParOf" srcId="{ABC70F15-5E51-4EF9-A80F-193F14A1A4B1}" destId="{8FDE33D2-BC7F-4119-97F4-013221EAC5ED}" srcOrd="0" destOrd="0" presId="urn:microsoft.com/office/officeart/2008/layout/LinedList"/>
    <dgm:cxn modelId="{5EAA867B-59C7-440C-BF88-B981F6343754}" type="presParOf" srcId="{ABC70F15-5E51-4EF9-A80F-193F14A1A4B1}" destId="{AC647841-71B8-4F1D-8BA7-3D1AC8FC996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D7705A-1C03-4CD0-8297-758BB8D375D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F49946-B94E-4E19-B15E-58DB77B90A97}">
      <dgm:prSet custT="1"/>
      <dgm:spPr/>
      <dgm:t>
        <a:bodyPr/>
        <a:lstStyle/>
        <a:p>
          <a:r>
            <a:rPr lang="en-US" sz="2800" b="1" i="0" dirty="0"/>
            <a:t>Owner:</a:t>
          </a:r>
          <a:r>
            <a:rPr lang="en-US" sz="2800" b="0" i="0" dirty="0"/>
            <a:t> </a:t>
          </a:r>
          <a:r>
            <a:rPr lang="en-US" sz="2400" b="0" i="0" dirty="0"/>
            <a:t>Farheen Muzaffar &amp; Muhammad Awais </a:t>
          </a:r>
          <a:endParaRPr lang="en-US" sz="2800" dirty="0"/>
        </a:p>
      </dgm:t>
    </dgm:pt>
    <dgm:pt modelId="{B0C84AA3-46B2-4E81-9F3E-543FB49DE840}" type="parTrans" cxnId="{B8CF4A33-9303-498B-AA82-8BE3AF313DE5}">
      <dgm:prSet/>
      <dgm:spPr/>
      <dgm:t>
        <a:bodyPr/>
        <a:lstStyle/>
        <a:p>
          <a:endParaRPr lang="en-US"/>
        </a:p>
      </dgm:t>
    </dgm:pt>
    <dgm:pt modelId="{F87F6CBF-F611-4692-A5CC-E6EF49F34730}" type="sibTrans" cxnId="{B8CF4A33-9303-498B-AA82-8BE3AF313DE5}">
      <dgm:prSet/>
      <dgm:spPr/>
      <dgm:t>
        <a:bodyPr/>
        <a:lstStyle/>
        <a:p>
          <a:endParaRPr lang="en-US"/>
        </a:p>
      </dgm:t>
    </dgm:pt>
    <dgm:pt modelId="{76AA00F7-966A-42AE-A7DE-BF3B167F554B}">
      <dgm:prSet custT="1"/>
      <dgm:spPr/>
      <dgm:t>
        <a:bodyPr/>
        <a:lstStyle/>
        <a:p>
          <a:r>
            <a:rPr lang="en-US" sz="2800" b="1" i="0" dirty="0"/>
            <a:t>Input:</a:t>
          </a:r>
          <a:r>
            <a:rPr lang="en-US" sz="2800" b="0" i="0" dirty="0"/>
            <a:t> </a:t>
          </a:r>
          <a:r>
            <a:rPr lang="en-US" sz="2400" b="0" i="0" dirty="0"/>
            <a:t>Raw data ingested from the Bronze data layer</a:t>
          </a:r>
          <a:endParaRPr lang="en-US" sz="2800" dirty="0"/>
        </a:p>
      </dgm:t>
    </dgm:pt>
    <dgm:pt modelId="{4FE8B923-B546-4AAE-A44D-1DF10ABFFD3B}" type="parTrans" cxnId="{840D63E7-666C-4A6D-BA87-D4CE4E912220}">
      <dgm:prSet/>
      <dgm:spPr/>
      <dgm:t>
        <a:bodyPr/>
        <a:lstStyle/>
        <a:p>
          <a:endParaRPr lang="en-US"/>
        </a:p>
      </dgm:t>
    </dgm:pt>
    <dgm:pt modelId="{9C3C7986-20E7-4EA9-BE97-9C37FFBFBAB9}" type="sibTrans" cxnId="{840D63E7-666C-4A6D-BA87-D4CE4E912220}">
      <dgm:prSet/>
      <dgm:spPr/>
      <dgm:t>
        <a:bodyPr/>
        <a:lstStyle/>
        <a:p>
          <a:endParaRPr lang="en-US"/>
        </a:p>
      </dgm:t>
    </dgm:pt>
    <dgm:pt modelId="{FAD058BC-0824-4073-9F51-FFC16CAF8BE2}">
      <dgm:prSet custT="1"/>
      <dgm:spPr/>
      <dgm:t>
        <a:bodyPr/>
        <a:lstStyle/>
        <a:p>
          <a:r>
            <a:rPr lang="en-US" sz="2800" b="1" i="0" kern="1200" dirty="0"/>
            <a:t>Output:</a:t>
          </a:r>
          <a:r>
            <a:rPr lang="en-US" sz="2400" b="0" i="0" kern="1200" dirty="0"/>
            <a:t> Cleaned Parquet </a:t>
          </a:r>
          <a:r>
            <a:rPr lang="en-US" sz="24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files</a:t>
          </a:r>
          <a:r>
            <a:rPr lang="en-US" sz="2400" b="0" i="0" kern="1200" dirty="0"/>
            <a:t> stored in the /silver/ data bucket</a:t>
          </a:r>
          <a:endParaRPr lang="en-US" sz="2800" kern="1200" dirty="0"/>
        </a:p>
      </dgm:t>
    </dgm:pt>
    <dgm:pt modelId="{D91C1334-1D54-4733-BFF2-6F5F8D747CF0}" type="parTrans" cxnId="{08334312-7BB4-4A39-94D7-AE684EFF51CA}">
      <dgm:prSet/>
      <dgm:spPr/>
      <dgm:t>
        <a:bodyPr/>
        <a:lstStyle/>
        <a:p>
          <a:endParaRPr lang="en-US"/>
        </a:p>
      </dgm:t>
    </dgm:pt>
    <dgm:pt modelId="{BFE71F26-BFE4-4AFA-B8E9-7B8570A969AF}" type="sibTrans" cxnId="{08334312-7BB4-4A39-94D7-AE684EFF51CA}">
      <dgm:prSet/>
      <dgm:spPr/>
      <dgm:t>
        <a:bodyPr/>
        <a:lstStyle/>
        <a:p>
          <a:endParaRPr lang="en-US"/>
        </a:p>
      </dgm:t>
    </dgm:pt>
    <dgm:pt modelId="{C2208E9D-C3B7-4F00-AE4E-9EF5C784238E}">
      <dgm:prSet custT="1"/>
      <dgm:spPr/>
      <dgm:t>
        <a:bodyPr/>
        <a:lstStyle/>
        <a:p>
          <a:pPr algn="l"/>
          <a:r>
            <a:rPr lang="en-US" sz="2800" b="1" i="0" dirty="0"/>
            <a:t>Process:</a:t>
          </a:r>
          <a:r>
            <a:rPr lang="en-US" sz="2800" b="0" i="0" dirty="0"/>
            <a:t> </a:t>
          </a:r>
          <a:r>
            <a:rPr lang="en-US" sz="2400" b="0" i="0" dirty="0"/>
            <a:t>Remove duplicate records to ensure unique data entries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400" b="0" i="0" dirty="0"/>
            <a:t>Handle any missing values through proper imputation methods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400" b="0" i="0" dirty="0"/>
            <a:t>Standardize all data formats for consistency across datasets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2400" b="0" i="0" dirty="0"/>
            <a:t>Validate data types to match expected schema requirements</a:t>
          </a:r>
          <a:br>
            <a:rPr lang="en-US" sz="2400" b="0" i="0" dirty="0"/>
          </a:br>
          <a:endParaRPr lang="en-US" sz="2800" dirty="0"/>
        </a:p>
      </dgm:t>
    </dgm:pt>
    <dgm:pt modelId="{06B65336-2D97-4DD4-9E3A-23865D6F9659}" type="parTrans" cxnId="{0DD4AE74-EE93-4908-9BB2-4DBEB36C8119}">
      <dgm:prSet/>
      <dgm:spPr/>
      <dgm:t>
        <a:bodyPr/>
        <a:lstStyle/>
        <a:p>
          <a:endParaRPr lang="en-US"/>
        </a:p>
      </dgm:t>
    </dgm:pt>
    <dgm:pt modelId="{92A3A7DC-1ADB-4EEC-AA69-8759006FA752}" type="sibTrans" cxnId="{0DD4AE74-EE93-4908-9BB2-4DBEB36C8119}">
      <dgm:prSet/>
      <dgm:spPr/>
      <dgm:t>
        <a:bodyPr/>
        <a:lstStyle/>
        <a:p>
          <a:endParaRPr lang="en-US"/>
        </a:p>
      </dgm:t>
    </dgm:pt>
    <dgm:pt modelId="{215FA9C5-C785-46A3-A7FB-CE48887D5EDD}" type="pres">
      <dgm:prSet presAssocID="{46D7705A-1C03-4CD0-8297-758BB8D375DB}" presName="vert0" presStyleCnt="0">
        <dgm:presLayoutVars>
          <dgm:dir/>
          <dgm:animOne val="branch"/>
          <dgm:animLvl val="lvl"/>
        </dgm:presLayoutVars>
      </dgm:prSet>
      <dgm:spPr/>
    </dgm:pt>
    <dgm:pt modelId="{0FA05FD8-01D4-4C19-A0EA-70BFE98A0F94}" type="pres">
      <dgm:prSet presAssocID="{C2F49946-B94E-4E19-B15E-58DB77B90A97}" presName="thickLine" presStyleLbl="alignNode1" presStyleIdx="0" presStyleCnt="4"/>
      <dgm:spPr/>
    </dgm:pt>
    <dgm:pt modelId="{CBFACC47-5D10-4615-8C74-1EC11D9ADDB2}" type="pres">
      <dgm:prSet presAssocID="{C2F49946-B94E-4E19-B15E-58DB77B90A97}" presName="horz1" presStyleCnt="0"/>
      <dgm:spPr/>
    </dgm:pt>
    <dgm:pt modelId="{3266520D-CABC-438B-A443-AD212374DDD4}" type="pres">
      <dgm:prSet presAssocID="{C2F49946-B94E-4E19-B15E-58DB77B90A97}" presName="tx1" presStyleLbl="revTx" presStyleIdx="0" presStyleCnt="4" custLinFactNeighborX="-2953" custLinFactNeighborY="-52966"/>
      <dgm:spPr/>
    </dgm:pt>
    <dgm:pt modelId="{64F1757C-6BB2-46A7-9705-73F721B92A55}" type="pres">
      <dgm:prSet presAssocID="{C2F49946-B94E-4E19-B15E-58DB77B90A97}" presName="vert1" presStyleCnt="0"/>
      <dgm:spPr/>
    </dgm:pt>
    <dgm:pt modelId="{B112CE23-C0FE-4CC9-879B-BEFD917491C3}" type="pres">
      <dgm:prSet presAssocID="{76AA00F7-966A-42AE-A7DE-BF3B167F554B}" presName="thickLine" presStyleLbl="alignNode1" presStyleIdx="1" presStyleCnt="4"/>
      <dgm:spPr/>
    </dgm:pt>
    <dgm:pt modelId="{D4A995E8-C1FF-41E9-BD40-B6D93DBBE081}" type="pres">
      <dgm:prSet presAssocID="{76AA00F7-966A-42AE-A7DE-BF3B167F554B}" presName="horz1" presStyleCnt="0"/>
      <dgm:spPr/>
    </dgm:pt>
    <dgm:pt modelId="{4317DFFC-A2C7-4651-8862-6158FADFAE20}" type="pres">
      <dgm:prSet presAssocID="{76AA00F7-966A-42AE-A7DE-BF3B167F554B}" presName="tx1" presStyleLbl="revTx" presStyleIdx="1" presStyleCnt="4"/>
      <dgm:spPr/>
    </dgm:pt>
    <dgm:pt modelId="{FC2E5550-E24B-46F3-95E1-2D840AB7EAD6}" type="pres">
      <dgm:prSet presAssocID="{76AA00F7-966A-42AE-A7DE-BF3B167F554B}" presName="vert1" presStyleCnt="0"/>
      <dgm:spPr/>
    </dgm:pt>
    <dgm:pt modelId="{E3169815-1AF9-4A00-8D40-1995BE715153}" type="pres">
      <dgm:prSet presAssocID="{FAD058BC-0824-4073-9F51-FFC16CAF8BE2}" presName="thickLine" presStyleLbl="alignNode1" presStyleIdx="2" presStyleCnt="4"/>
      <dgm:spPr/>
    </dgm:pt>
    <dgm:pt modelId="{0E69158D-F37D-41E1-8287-A47E1BE6B9FF}" type="pres">
      <dgm:prSet presAssocID="{FAD058BC-0824-4073-9F51-FFC16CAF8BE2}" presName="horz1" presStyleCnt="0"/>
      <dgm:spPr/>
    </dgm:pt>
    <dgm:pt modelId="{18410634-0A31-438D-80E2-13057E3DCDAB}" type="pres">
      <dgm:prSet presAssocID="{FAD058BC-0824-4073-9F51-FFC16CAF8BE2}" presName="tx1" presStyleLbl="revTx" presStyleIdx="2" presStyleCnt="4"/>
      <dgm:spPr/>
    </dgm:pt>
    <dgm:pt modelId="{A839FB31-FF5F-426F-8AA7-9C24E775604E}" type="pres">
      <dgm:prSet presAssocID="{FAD058BC-0824-4073-9F51-FFC16CAF8BE2}" presName="vert1" presStyleCnt="0"/>
      <dgm:spPr/>
    </dgm:pt>
    <dgm:pt modelId="{FB2886CE-3AF9-43B9-B6DE-3140242D2A06}" type="pres">
      <dgm:prSet presAssocID="{C2208E9D-C3B7-4F00-AE4E-9EF5C784238E}" presName="thickLine" presStyleLbl="alignNode1" presStyleIdx="3" presStyleCnt="4"/>
      <dgm:spPr/>
    </dgm:pt>
    <dgm:pt modelId="{F3A81C37-D4CB-4D56-ACE2-C7B1553EEC25}" type="pres">
      <dgm:prSet presAssocID="{C2208E9D-C3B7-4F00-AE4E-9EF5C784238E}" presName="horz1" presStyleCnt="0"/>
      <dgm:spPr/>
    </dgm:pt>
    <dgm:pt modelId="{6D4226F4-EE6E-45E1-8B10-471DCAC01428}" type="pres">
      <dgm:prSet presAssocID="{C2208E9D-C3B7-4F00-AE4E-9EF5C784238E}" presName="tx1" presStyleLbl="revTx" presStyleIdx="3" presStyleCnt="4" custScaleY="348592"/>
      <dgm:spPr/>
    </dgm:pt>
    <dgm:pt modelId="{DC7DC812-8605-4C29-8BA1-C22920DBB607}" type="pres">
      <dgm:prSet presAssocID="{C2208E9D-C3B7-4F00-AE4E-9EF5C784238E}" presName="vert1" presStyleCnt="0"/>
      <dgm:spPr/>
    </dgm:pt>
  </dgm:ptLst>
  <dgm:cxnLst>
    <dgm:cxn modelId="{08334312-7BB4-4A39-94D7-AE684EFF51CA}" srcId="{46D7705A-1C03-4CD0-8297-758BB8D375DB}" destId="{FAD058BC-0824-4073-9F51-FFC16CAF8BE2}" srcOrd="2" destOrd="0" parTransId="{D91C1334-1D54-4733-BFF2-6F5F8D747CF0}" sibTransId="{BFE71F26-BFE4-4AFA-B8E9-7B8570A969AF}"/>
    <dgm:cxn modelId="{B539A719-0DD5-47E9-A122-8CA4AB67F956}" type="presOf" srcId="{FAD058BC-0824-4073-9F51-FFC16CAF8BE2}" destId="{18410634-0A31-438D-80E2-13057E3DCDAB}" srcOrd="0" destOrd="0" presId="urn:microsoft.com/office/officeart/2008/layout/LinedList"/>
    <dgm:cxn modelId="{14FEE02F-DCFC-4B5A-A19C-D01CA3A23A6B}" type="presOf" srcId="{C2208E9D-C3B7-4F00-AE4E-9EF5C784238E}" destId="{6D4226F4-EE6E-45E1-8B10-471DCAC01428}" srcOrd="0" destOrd="0" presId="urn:microsoft.com/office/officeart/2008/layout/LinedList"/>
    <dgm:cxn modelId="{B8CF4A33-9303-498B-AA82-8BE3AF313DE5}" srcId="{46D7705A-1C03-4CD0-8297-758BB8D375DB}" destId="{C2F49946-B94E-4E19-B15E-58DB77B90A97}" srcOrd="0" destOrd="0" parTransId="{B0C84AA3-46B2-4E81-9F3E-543FB49DE840}" sibTransId="{F87F6CBF-F611-4692-A5CC-E6EF49F34730}"/>
    <dgm:cxn modelId="{4E66443F-BBF5-4C49-9933-E0C648A9D981}" type="presOf" srcId="{76AA00F7-966A-42AE-A7DE-BF3B167F554B}" destId="{4317DFFC-A2C7-4651-8862-6158FADFAE20}" srcOrd="0" destOrd="0" presId="urn:microsoft.com/office/officeart/2008/layout/LinedList"/>
    <dgm:cxn modelId="{0DD4AE74-EE93-4908-9BB2-4DBEB36C8119}" srcId="{46D7705A-1C03-4CD0-8297-758BB8D375DB}" destId="{C2208E9D-C3B7-4F00-AE4E-9EF5C784238E}" srcOrd="3" destOrd="0" parTransId="{06B65336-2D97-4DD4-9E3A-23865D6F9659}" sibTransId="{92A3A7DC-1ADB-4EEC-AA69-8759006FA752}"/>
    <dgm:cxn modelId="{B1158E84-E0AD-4DC0-9B7C-5AE5ECEA19E6}" type="presOf" srcId="{46D7705A-1C03-4CD0-8297-758BB8D375DB}" destId="{215FA9C5-C785-46A3-A7FB-CE48887D5EDD}" srcOrd="0" destOrd="0" presId="urn:microsoft.com/office/officeart/2008/layout/LinedList"/>
    <dgm:cxn modelId="{662321E4-5D18-48DE-8AFC-3D5D9AEBC1F4}" type="presOf" srcId="{C2F49946-B94E-4E19-B15E-58DB77B90A97}" destId="{3266520D-CABC-438B-A443-AD212374DDD4}" srcOrd="0" destOrd="0" presId="urn:microsoft.com/office/officeart/2008/layout/LinedList"/>
    <dgm:cxn modelId="{840D63E7-666C-4A6D-BA87-D4CE4E912220}" srcId="{46D7705A-1C03-4CD0-8297-758BB8D375DB}" destId="{76AA00F7-966A-42AE-A7DE-BF3B167F554B}" srcOrd="1" destOrd="0" parTransId="{4FE8B923-B546-4AAE-A44D-1DF10ABFFD3B}" sibTransId="{9C3C7986-20E7-4EA9-BE97-9C37FFBFBAB9}"/>
    <dgm:cxn modelId="{E428C8D4-1FBD-49A5-AD8F-46BA6B0BA11A}" type="presParOf" srcId="{215FA9C5-C785-46A3-A7FB-CE48887D5EDD}" destId="{0FA05FD8-01D4-4C19-A0EA-70BFE98A0F94}" srcOrd="0" destOrd="0" presId="urn:microsoft.com/office/officeart/2008/layout/LinedList"/>
    <dgm:cxn modelId="{8473AA39-9A3A-4E9F-88F3-F226BD5E976A}" type="presParOf" srcId="{215FA9C5-C785-46A3-A7FB-CE48887D5EDD}" destId="{CBFACC47-5D10-4615-8C74-1EC11D9ADDB2}" srcOrd="1" destOrd="0" presId="urn:microsoft.com/office/officeart/2008/layout/LinedList"/>
    <dgm:cxn modelId="{FEBFFFB3-552A-4C92-A5C8-E0A7672643D7}" type="presParOf" srcId="{CBFACC47-5D10-4615-8C74-1EC11D9ADDB2}" destId="{3266520D-CABC-438B-A443-AD212374DDD4}" srcOrd="0" destOrd="0" presId="urn:microsoft.com/office/officeart/2008/layout/LinedList"/>
    <dgm:cxn modelId="{A7330320-7407-4912-AED5-D3095510D582}" type="presParOf" srcId="{CBFACC47-5D10-4615-8C74-1EC11D9ADDB2}" destId="{64F1757C-6BB2-46A7-9705-73F721B92A55}" srcOrd="1" destOrd="0" presId="urn:microsoft.com/office/officeart/2008/layout/LinedList"/>
    <dgm:cxn modelId="{BFFF09E4-ECD0-448A-861D-E4B03CCD00F0}" type="presParOf" srcId="{215FA9C5-C785-46A3-A7FB-CE48887D5EDD}" destId="{B112CE23-C0FE-4CC9-879B-BEFD917491C3}" srcOrd="2" destOrd="0" presId="urn:microsoft.com/office/officeart/2008/layout/LinedList"/>
    <dgm:cxn modelId="{9556221E-420B-4095-8017-D55A127AEA7C}" type="presParOf" srcId="{215FA9C5-C785-46A3-A7FB-CE48887D5EDD}" destId="{D4A995E8-C1FF-41E9-BD40-B6D93DBBE081}" srcOrd="3" destOrd="0" presId="urn:microsoft.com/office/officeart/2008/layout/LinedList"/>
    <dgm:cxn modelId="{5681095C-61DD-44D3-A3D9-A03A7DF8BD89}" type="presParOf" srcId="{D4A995E8-C1FF-41E9-BD40-B6D93DBBE081}" destId="{4317DFFC-A2C7-4651-8862-6158FADFAE20}" srcOrd="0" destOrd="0" presId="urn:microsoft.com/office/officeart/2008/layout/LinedList"/>
    <dgm:cxn modelId="{440A9522-CD5D-4399-9F23-ECA0F0D20C24}" type="presParOf" srcId="{D4A995E8-C1FF-41E9-BD40-B6D93DBBE081}" destId="{FC2E5550-E24B-46F3-95E1-2D840AB7EAD6}" srcOrd="1" destOrd="0" presId="urn:microsoft.com/office/officeart/2008/layout/LinedList"/>
    <dgm:cxn modelId="{9F1373B2-DB45-421E-A709-6CE8F37CE231}" type="presParOf" srcId="{215FA9C5-C785-46A3-A7FB-CE48887D5EDD}" destId="{E3169815-1AF9-4A00-8D40-1995BE715153}" srcOrd="4" destOrd="0" presId="urn:microsoft.com/office/officeart/2008/layout/LinedList"/>
    <dgm:cxn modelId="{3EAA6753-AE5F-4561-A32F-5C0BA40961AB}" type="presParOf" srcId="{215FA9C5-C785-46A3-A7FB-CE48887D5EDD}" destId="{0E69158D-F37D-41E1-8287-A47E1BE6B9FF}" srcOrd="5" destOrd="0" presId="urn:microsoft.com/office/officeart/2008/layout/LinedList"/>
    <dgm:cxn modelId="{530B115A-3707-4BC0-87AD-924F07E0472A}" type="presParOf" srcId="{0E69158D-F37D-41E1-8287-A47E1BE6B9FF}" destId="{18410634-0A31-438D-80E2-13057E3DCDAB}" srcOrd="0" destOrd="0" presId="urn:microsoft.com/office/officeart/2008/layout/LinedList"/>
    <dgm:cxn modelId="{88E5A0B4-CBCE-4AB6-BF10-49DB86F23A11}" type="presParOf" srcId="{0E69158D-F37D-41E1-8287-A47E1BE6B9FF}" destId="{A839FB31-FF5F-426F-8AA7-9C24E775604E}" srcOrd="1" destOrd="0" presId="urn:microsoft.com/office/officeart/2008/layout/LinedList"/>
    <dgm:cxn modelId="{673BDA5D-0A28-4456-97F5-EF2EC6E139CB}" type="presParOf" srcId="{215FA9C5-C785-46A3-A7FB-CE48887D5EDD}" destId="{FB2886CE-3AF9-43B9-B6DE-3140242D2A06}" srcOrd="6" destOrd="0" presId="urn:microsoft.com/office/officeart/2008/layout/LinedList"/>
    <dgm:cxn modelId="{C65634CF-130D-4532-8395-2510E8315E6E}" type="presParOf" srcId="{215FA9C5-C785-46A3-A7FB-CE48887D5EDD}" destId="{F3A81C37-D4CB-4D56-ACE2-C7B1553EEC25}" srcOrd="7" destOrd="0" presId="urn:microsoft.com/office/officeart/2008/layout/LinedList"/>
    <dgm:cxn modelId="{035EBA9F-70DF-4FDB-9A5D-57391477D889}" type="presParOf" srcId="{F3A81C37-D4CB-4D56-ACE2-C7B1553EEC25}" destId="{6D4226F4-EE6E-45E1-8B10-471DCAC01428}" srcOrd="0" destOrd="0" presId="urn:microsoft.com/office/officeart/2008/layout/LinedList"/>
    <dgm:cxn modelId="{93E4049E-31DF-4BCE-93EC-F4357F5967D6}" type="presParOf" srcId="{F3A81C37-D4CB-4D56-ACE2-C7B1553EEC25}" destId="{DC7DC812-8605-4C29-8BA1-C22920DBB6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D7705A-1C03-4CD0-8297-758BB8D375D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F49946-B94E-4E19-B15E-58DB77B90A97}">
      <dgm:prSet custT="1"/>
      <dgm:spPr/>
      <dgm:t>
        <a:bodyPr/>
        <a:lstStyle/>
        <a:p>
          <a:r>
            <a:rPr lang="en-US" sz="2800" b="1" i="0" dirty="0"/>
            <a:t>Owner:</a:t>
          </a:r>
          <a:r>
            <a:rPr lang="en-US" sz="2800" b="0" i="0" dirty="0"/>
            <a:t> </a:t>
          </a:r>
          <a:r>
            <a:rPr lang="en-US" sz="2400" b="0" i="0" dirty="0"/>
            <a:t>Muhammad Awais </a:t>
          </a:r>
          <a:endParaRPr lang="en-US" sz="2800" dirty="0"/>
        </a:p>
      </dgm:t>
    </dgm:pt>
    <dgm:pt modelId="{B0C84AA3-46B2-4E81-9F3E-543FB49DE840}" type="parTrans" cxnId="{B8CF4A33-9303-498B-AA82-8BE3AF313DE5}">
      <dgm:prSet/>
      <dgm:spPr/>
      <dgm:t>
        <a:bodyPr/>
        <a:lstStyle/>
        <a:p>
          <a:endParaRPr lang="en-US"/>
        </a:p>
      </dgm:t>
    </dgm:pt>
    <dgm:pt modelId="{F87F6CBF-F611-4692-A5CC-E6EF49F34730}" type="sibTrans" cxnId="{B8CF4A33-9303-498B-AA82-8BE3AF313DE5}">
      <dgm:prSet/>
      <dgm:spPr/>
      <dgm:t>
        <a:bodyPr/>
        <a:lstStyle/>
        <a:p>
          <a:endParaRPr lang="en-US"/>
        </a:p>
      </dgm:t>
    </dgm:pt>
    <dgm:pt modelId="{76AA00F7-966A-42AE-A7DE-BF3B167F554B}">
      <dgm:prSet custT="1"/>
      <dgm:spPr/>
      <dgm:t>
        <a:bodyPr/>
        <a:lstStyle/>
        <a:p>
          <a:r>
            <a:rPr lang="en-US" sz="2800" b="1" i="0" dirty="0"/>
            <a:t>Input:</a:t>
          </a:r>
          <a:r>
            <a:rPr lang="en-US" sz="2800" b="0" i="0" dirty="0"/>
            <a:t> </a:t>
          </a:r>
          <a:r>
            <a:rPr lang="en-US" sz="2400" b="0" i="0" dirty="0"/>
            <a:t>Cleaned and validated data received from the Silver layer</a:t>
          </a:r>
          <a:endParaRPr lang="en-US" sz="2800" dirty="0"/>
        </a:p>
      </dgm:t>
    </dgm:pt>
    <dgm:pt modelId="{4FE8B923-B546-4AAE-A44D-1DF10ABFFD3B}" type="parTrans" cxnId="{840D63E7-666C-4A6D-BA87-D4CE4E912220}">
      <dgm:prSet/>
      <dgm:spPr/>
      <dgm:t>
        <a:bodyPr/>
        <a:lstStyle/>
        <a:p>
          <a:endParaRPr lang="en-US"/>
        </a:p>
      </dgm:t>
    </dgm:pt>
    <dgm:pt modelId="{9C3C7986-20E7-4EA9-BE97-9C37FFBFBAB9}" type="sibTrans" cxnId="{840D63E7-666C-4A6D-BA87-D4CE4E912220}">
      <dgm:prSet/>
      <dgm:spPr/>
      <dgm:t>
        <a:bodyPr/>
        <a:lstStyle/>
        <a:p>
          <a:endParaRPr lang="en-US"/>
        </a:p>
      </dgm:t>
    </dgm:pt>
    <dgm:pt modelId="{FAD058BC-0824-4073-9F51-FFC16CAF8BE2}">
      <dgm:prSet custT="1"/>
      <dgm:spPr/>
      <dgm:t>
        <a:bodyPr/>
        <a:lstStyle/>
        <a:p>
          <a:r>
            <a:rPr lang="en-US" sz="2800" b="1" i="0" kern="1200" dirty="0"/>
            <a:t>Output:</a:t>
          </a:r>
          <a:r>
            <a:rPr lang="en-US" sz="2400" b="0" i="0" kern="1200" dirty="0"/>
            <a:t> </a:t>
          </a:r>
          <a:r>
            <a:rPr lang="en-US" sz="2400" b="1" i="0" kern="1200" dirty="0" err="1"/>
            <a:t>fact_orders</a:t>
          </a:r>
          <a:r>
            <a:rPr lang="en-US" sz="2400" b="1" i="0" kern="1200" dirty="0"/>
            <a:t> </a:t>
          </a:r>
          <a:r>
            <a:rPr lang="en-US" sz="2400" b="0" i="0" kern="1200" dirty="0"/>
            <a:t>table containing 100 thousand transactional records</a:t>
          </a:r>
        </a:p>
        <a:p>
          <a:pPr>
            <a:buFont typeface="Arial" panose="020B0604020202020204" pitchFamily="34" charset="0"/>
            <a:buChar char="•"/>
          </a:pPr>
          <a:r>
            <a:rPr lang="en-US" sz="2400" b="1" i="0" kern="1200" dirty="0" err="1"/>
            <a:t>dim_customers</a:t>
          </a:r>
          <a:r>
            <a:rPr lang="en-US" sz="2400" b="1" i="0" kern="1200" dirty="0"/>
            <a:t> </a:t>
          </a:r>
          <a:r>
            <a:rPr lang="en-US" sz="2400" b="0" i="0" kern="1200" dirty="0"/>
            <a:t>table comprising fifty thousand customer records</a:t>
          </a:r>
        </a:p>
        <a:p>
          <a:pPr>
            <a:buFont typeface="Arial" panose="020B0604020202020204" pitchFamily="34" charset="0"/>
            <a:buChar char="•"/>
          </a:pPr>
          <a:r>
            <a:rPr lang="en-US" sz="2400" b="1" i="0" kern="1200" dirty="0" err="1"/>
            <a:t>dim_products</a:t>
          </a:r>
          <a:r>
            <a:rPr lang="en-US" sz="2400" b="1" i="0" kern="1200" dirty="0"/>
            <a:t> </a:t>
          </a:r>
          <a:r>
            <a:rPr lang="en-US" sz="2400" b="0" i="0" kern="1200" dirty="0"/>
            <a:t>table with detailed information on thirty thousand products</a:t>
          </a:r>
        </a:p>
        <a:p>
          <a:pPr>
            <a:buFont typeface="Arial" panose="020B0604020202020204" pitchFamily="34" charset="0"/>
            <a:buChar char="•"/>
          </a:pPr>
          <a:r>
            <a:rPr lang="en-US" sz="2400" b="1" i="0" kern="1200" dirty="0" err="1"/>
            <a:t>dim_sellers</a:t>
          </a:r>
          <a:r>
            <a:rPr lang="en-US" sz="2400" b="1" i="0" kern="1200" dirty="0"/>
            <a:t> </a:t>
          </a:r>
          <a:r>
            <a:rPr lang="en-US" sz="2400" b="0" i="0" kern="1200" dirty="0"/>
            <a:t>table holding data on three thousand sellers</a:t>
          </a:r>
          <a:endParaRPr lang="en-US" sz="2800" kern="1200" dirty="0"/>
        </a:p>
      </dgm:t>
    </dgm:pt>
    <dgm:pt modelId="{D91C1334-1D54-4733-BFF2-6F5F8D747CF0}" type="parTrans" cxnId="{08334312-7BB4-4A39-94D7-AE684EFF51CA}">
      <dgm:prSet/>
      <dgm:spPr/>
      <dgm:t>
        <a:bodyPr/>
        <a:lstStyle/>
        <a:p>
          <a:endParaRPr lang="en-US"/>
        </a:p>
      </dgm:t>
    </dgm:pt>
    <dgm:pt modelId="{BFE71F26-BFE4-4AFA-B8E9-7B8570A969AF}" type="sibTrans" cxnId="{08334312-7BB4-4A39-94D7-AE684EFF51CA}">
      <dgm:prSet/>
      <dgm:spPr/>
      <dgm:t>
        <a:bodyPr/>
        <a:lstStyle/>
        <a:p>
          <a:endParaRPr lang="en-US"/>
        </a:p>
      </dgm:t>
    </dgm:pt>
    <dgm:pt modelId="{C2208E9D-C3B7-4F00-AE4E-9EF5C784238E}">
      <dgm:prSet custT="1"/>
      <dgm:spPr/>
      <dgm:t>
        <a:bodyPr/>
        <a:lstStyle/>
        <a:p>
          <a:pPr algn="l"/>
          <a:r>
            <a:rPr lang="en-US" sz="2800" b="1" i="0" dirty="0"/>
            <a:t>Process:</a:t>
          </a:r>
          <a:r>
            <a:rPr lang="en-US" sz="2800" b="0" i="0" dirty="0"/>
            <a:t> </a:t>
          </a:r>
          <a:r>
            <a:rPr lang="en-US" sz="2400" b="0" i="0" dirty="0"/>
            <a:t>Develop the star schema design based on business requirements and performance needs</a:t>
          </a:r>
          <a:br>
            <a:rPr lang="en-US" sz="2400" b="0" i="0" dirty="0"/>
          </a:br>
          <a:endParaRPr lang="en-US" sz="2800" dirty="0"/>
        </a:p>
      </dgm:t>
    </dgm:pt>
    <dgm:pt modelId="{06B65336-2D97-4DD4-9E3A-23865D6F9659}" type="parTrans" cxnId="{0DD4AE74-EE93-4908-9BB2-4DBEB36C8119}">
      <dgm:prSet/>
      <dgm:spPr/>
      <dgm:t>
        <a:bodyPr/>
        <a:lstStyle/>
        <a:p>
          <a:endParaRPr lang="en-US"/>
        </a:p>
      </dgm:t>
    </dgm:pt>
    <dgm:pt modelId="{92A3A7DC-1ADB-4EEC-AA69-8759006FA752}" type="sibTrans" cxnId="{0DD4AE74-EE93-4908-9BB2-4DBEB36C8119}">
      <dgm:prSet/>
      <dgm:spPr/>
      <dgm:t>
        <a:bodyPr/>
        <a:lstStyle/>
        <a:p>
          <a:endParaRPr lang="en-US"/>
        </a:p>
      </dgm:t>
    </dgm:pt>
    <dgm:pt modelId="{215FA9C5-C785-46A3-A7FB-CE48887D5EDD}" type="pres">
      <dgm:prSet presAssocID="{46D7705A-1C03-4CD0-8297-758BB8D375DB}" presName="vert0" presStyleCnt="0">
        <dgm:presLayoutVars>
          <dgm:dir/>
          <dgm:animOne val="branch"/>
          <dgm:animLvl val="lvl"/>
        </dgm:presLayoutVars>
      </dgm:prSet>
      <dgm:spPr/>
    </dgm:pt>
    <dgm:pt modelId="{0FA05FD8-01D4-4C19-A0EA-70BFE98A0F94}" type="pres">
      <dgm:prSet presAssocID="{C2F49946-B94E-4E19-B15E-58DB77B90A97}" presName="thickLine" presStyleLbl="alignNode1" presStyleIdx="0" presStyleCnt="4"/>
      <dgm:spPr/>
    </dgm:pt>
    <dgm:pt modelId="{CBFACC47-5D10-4615-8C74-1EC11D9ADDB2}" type="pres">
      <dgm:prSet presAssocID="{C2F49946-B94E-4E19-B15E-58DB77B90A97}" presName="horz1" presStyleCnt="0"/>
      <dgm:spPr/>
    </dgm:pt>
    <dgm:pt modelId="{3266520D-CABC-438B-A443-AD212374DDD4}" type="pres">
      <dgm:prSet presAssocID="{C2F49946-B94E-4E19-B15E-58DB77B90A97}" presName="tx1" presStyleLbl="revTx" presStyleIdx="0" presStyleCnt="4" custLinFactNeighborX="-2953" custLinFactNeighborY="-52966"/>
      <dgm:spPr/>
    </dgm:pt>
    <dgm:pt modelId="{64F1757C-6BB2-46A7-9705-73F721B92A55}" type="pres">
      <dgm:prSet presAssocID="{C2F49946-B94E-4E19-B15E-58DB77B90A97}" presName="vert1" presStyleCnt="0"/>
      <dgm:spPr/>
    </dgm:pt>
    <dgm:pt modelId="{B112CE23-C0FE-4CC9-879B-BEFD917491C3}" type="pres">
      <dgm:prSet presAssocID="{76AA00F7-966A-42AE-A7DE-BF3B167F554B}" presName="thickLine" presStyleLbl="alignNode1" presStyleIdx="1" presStyleCnt="4"/>
      <dgm:spPr/>
    </dgm:pt>
    <dgm:pt modelId="{D4A995E8-C1FF-41E9-BD40-B6D93DBBE081}" type="pres">
      <dgm:prSet presAssocID="{76AA00F7-966A-42AE-A7DE-BF3B167F554B}" presName="horz1" presStyleCnt="0"/>
      <dgm:spPr/>
    </dgm:pt>
    <dgm:pt modelId="{4317DFFC-A2C7-4651-8862-6158FADFAE20}" type="pres">
      <dgm:prSet presAssocID="{76AA00F7-966A-42AE-A7DE-BF3B167F554B}" presName="tx1" presStyleLbl="revTx" presStyleIdx="1" presStyleCnt="4" custScaleY="214549"/>
      <dgm:spPr/>
    </dgm:pt>
    <dgm:pt modelId="{FC2E5550-E24B-46F3-95E1-2D840AB7EAD6}" type="pres">
      <dgm:prSet presAssocID="{76AA00F7-966A-42AE-A7DE-BF3B167F554B}" presName="vert1" presStyleCnt="0"/>
      <dgm:spPr/>
    </dgm:pt>
    <dgm:pt modelId="{E3169815-1AF9-4A00-8D40-1995BE715153}" type="pres">
      <dgm:prSet presAssocID="{FAD058BC-0824-4073-9F51-FFC16CAF8BE2}" presName="thickLine" presStyleLbl="alignNode1" presStyleIdx="2" presStyleCnt="4"/>
      <dgm:spPr/>
    </dgm:pt>
    <dgm:pt modelId="{0E69158D-F37D-41E1-8287-A47E1BE6B9FF}" type="pres">
      <dgm:prSet presAssocID="{FAD058BC-0824-4073-9F51-FFC16CAF8BE2}" presName="horz1" presStyleCnt="0"/>
      <dgm:spPr/>
    </dgm:pt>
    <dgm:pt modelId="{18410634-0A31-438D-80E2-13057E3DCDAB}" type="pres">
      <dgm:prSet presAssocID="{FAD058BC-0824-4073-9F51-FFC16CAF8BE2}" presName="tx1" presStyleLbl="revTx" presStyleIdx="2" presStyleCnt="4" custScaleY="640501" custLinFactNeighborX="682" custLinFactNeighborY="-7927"/>
      <dgm:spPr/>
    </dgm:pt>
    <dgm:pt modelId="{A839FB31-FF5F-426F-8AA7-9C24E775604E}" type="pres">
      <dgm:prSet presAssocID="{FAD058BC-0824-4073-9F51-FFC16CAF8BE2}" presName="vert1" presStyleCnt="0"/>
      <dgm:spPr/>
    </dgm:pt>
    <dgm:pt modelId="{FB2886CE-3AF9-43B9-B6DE-3140242D2A06}" type="pres">
      <dgm:prSet presAssocID="{C2208E9D-C3B7-4F00-AE4E-9EF5C784238E}" presName="thickLine" presStyleLbl="alignNode1" presStyleIdx="3" presStyleCnt="4"/>
      <dgm:spPr/>
    </dgm:pt>
    <dgm:pt modelId="{F3A81C37-D4CB-4D56-ACE2-C7B1553EEC25}" type="pres">
      <dgm:prSet presAssocID="{C2208E9D-C3B7-4F00-AE4E-9EF5C784238E}" presName="horz1" presStyleCnt="0"/>
      <dgm:spPr/>
    </dgm:pt>
    <dgm:pt modelId="{6D4226F4-EE6E-45E1-8B10-471DCAC01428}" type="pres">
      <dgm:prSet presAssocID="{C2208E9D-C3B7-4F00-AE4E-9EF5C784238E}" presName="tx1" presStyleLbl="revTx" presStyleIdx="3" presStyleCnt="4" custScaleY="237117" custLinFactY="42640" custLinFactNeighborX="-3528" custLinFactNeighborY="100000"/>
      <dgm:spPr/>
    </dgm:pt>
    <dgm:pt modelId="{DC7DC812-8605-4C29-8BA1-C22920DBB607}" type="pres">
      <dgm:prSet presAssocID="{C2208E9D-C3B7-4F00-AE4E-9EF5C784238E}" presName="vert1" presStyleCnt="0"/>
      <dgm:spPr/>
    </dgm:pt>
  </dgm:ptLst>
  <dgm:cxnLst>
    <dgm:cxn modelId="{08334312-7BB4-4A39-94D7-AE684EFF51CA}" srcId="{46D7705A-1C03-4CD0-8297-758BB8D375DB}" destId="{FAD058BC-0824-4073-9F51-FFC16CAF8BE2}" srcOrd="2" destOrd="0" parTransId="{D91C1334-1D54-4733-BFF2-6F5F8D747CF0}" sibTransId="{BFE71F26-BFE4-4AFA-B8E9-7B8570A969AF}"/>
    <dgm:cxn modelId="{B539A719-0DD5-47E9-A122-8CA4AB67F956}" type="presOf" srcId="{FAD058BC-0824-4073-9F51-FFC16CAF8BE2}" destId="{18410634-0A31-438D-80E2-13057E3DCDAB}" srcOrd="0" destOrd="0" presId="urn:microsoft.com/office/officeart/2008/layout/LinedList"/>
    <dgm:cxn modelId="{14FEE02F-DCFC-4B5A-A19C-D01CA3A23A6B}" type="presOf" srcId="{C2208E9D-C3B7-4F00-AE4E-9EF5C784238E}" destId="{6D4226F4-EE6E-45E1-8B10-471DCAC01428}" srcOrd="0" destOrd="0" presId="urn:microsoft.com/office/officeart/2008/layout/LinedList"/>
    <dgm:cxn modelId="{B8CF4A33-9303-498B-AA82-8BE3AF313DE5}" srcId="{46D7705A-1C03-4CD0-8297-758BB8D375DB}" destId="{C2F49946-B94E-4E19-B15E-58DB77B90A97}" srcOrd="0" destOrd="0" parTransId="{B0C84AA3-46B2-4E81-9F3E-543FB49DE840}" sibTransId="{F87F6CBF-F611-4692-A5CC-E6EF49F34730}"/>
    <dgm:cxn modelId="{4E66443F-BBF5-4C49-9933-E0C648A9D981}" type="presOf" srcId="{76AA00F7-966A-42AE-A7DE-BF3B167F554B}" destId="{4317DFFC-A2C7-4651-8862-6158FADFAE20}" srcOrd="0" destOrd="0" presId="urn:microsoft.com/office/officeart/2008/layout/LinedList"/>
    <dgm:cxn modelId="{0DD4AE74-EE93-4908-9BB2-4DBEB36C8119}" srcId="{46D7705A-1C03-4CD0-8297-758BB8D375DB}" destId="{C2208E9D-C3B7-4F00-AE4E-9EF5C784238E}" srcOrd="3" destOrd="0" parTransId="{06B65336-2D97-4DD4-9E3A-23865D6F9659}" sibTransId="{92A3A7DC-1ADB-4EEC-AA69-8759006FA752}"/>
    <dgm:cxn modelId="{B1158E84-E0AD-4DC0-9B7C-5AE5ECEA19E6}" type="presOf" srcId="{46D7705A-1C03-4CD0-8297-758BB8D375DB}" destId="{215FA9C5-C785-46A3-A7FB-CE48887D5EDD}" srcOrd="0" destOrd="0" presId="urn:microsoft.com/office/officeart/2008/layout/LinedList"/>
    <dgm:cxn modelId="{662321E4-5D18-48DE-8AFC-3D5D9AEBC1F4}" type="presOf" srcId="{C2F49946-B94E-4E19-B15E-58DB77B90A97}" destId="{3266520D-CABC-438B-A443-AD212374DDD4}" srcOrd="0" destOrd="0" presId="urn:microsoft.com/office/officeart/2008/layout/LinedList"/>
    <dgm:cxn modelId="{840D63E7-666C-4A6D-BA87-D4CE4E912220}" srcId="{46D7705A-1C03-4CD0-8297-758BB8D375DB}" destId="{76AA00F7-966A-42AE-A7DE-BF3B167F554B}" srcOrd="1" destOrd="0" parTransId="{4FE8B923-B546-4AAE-A44D-1DF10ABFFD3B}" sibTransId="{9C3C7986-20E7-4EA9-BE97-9C37FFBFBAB9}"/>
    <dgm:cxn modelId="{E428C8D4-1FBD-49A5-AD8F-46BA6B0BA11A}" type="presParOf" srcId="{215FA9C5-C785-46A3-A7FB-CE48887D5EDD}" destId="{0FA05FD8-01D4-4C19-A0EA-70BFE98A0F94}" srcOrd="0" destOrd="0" presId="urn:microsoft.com/office/officeart/2008/layout/LinedList"/>
    <dgm:cxn modelId="{8473AA39-9A3A-4E9F-88F3-F226BD5E976A}" type="presParOf" srcId="{215FA9C5-C785-46A3-A7FB-CE48887D5EDD}" destId="{CBFACC47-5D10-4615-8C74-1EC11D9ADDB2}" srcOrd="1" destOrd="0" presId="urn:microsoft.com/office/officeart/2008/layout/LinedList"/>
    <dgm:cxn modelId="{FEBFFFB3-552A-4C92-A5C8-E0A7672643D7}" type="presParOf" srcId="{CBFACC47-5D10-4615-8C74-1EC11D9ADDB2}" destId="{3266520D-CABC-438B-A443-AD212374DDD4}" srcOrd="0" destOrd="0" presId="urn:microsoft.com/office/officeart/2008/layout/LinedList"/>
    <dgm:cxn modelId="{A7330320-7407-4912-AED5-D3095510D582}" type="presParOf" srcId="{CBFACC47-5D10-4615-8C74-1EC11D9ADDB2}" destId="{64F1757C-6BB2-46A7-9705-73F721B92A55}" srcOrd="1" destOrd="0" presId="urn:microsoft.com/office/officeart/2008/layout/LinedList"/>
    <dgm:cxn modelId="{BFFF09E4-ECD0-448A-861D-E4B03CCD00F0}" type="presParOf" srcId="{215FA9C5-C785-46A3-A7FB-CE48887D5EDD}" destId="{B112CE23-C0FE-4CC9-879B-BEFD917491C3}" srcOrd="2" destOrd="0" presId="urn:microsoft.com/office/officeart/2008/layout/LinedList"/>
    <dgm:cxn modelId="{9556221E-420B-4095-8017-D55A127AEA7C}" type="presParOf" srcId="{215FA9C5-C785-46A3-A7FB-CE48887D5EDD}" destId="{D4A995E8-C1FF-41E9-BD40-B6D93DBBE081}" srcOrd="3" destOrd="0" presId="urn:microsoft.com/office/officeart/2008/layout/LinedList"/>
    <dgm:cxn modelId="{5681095C-61DD-44D3-A3D9-A03A7DF8BD89}" type="presParOf" srcId="{D4A995E8-C1FF-41E9-BD40-B6D93DBBE081}" destId="{4317DFFC-A2C7-4651-8862-6158FADFAE20}" srcOrd="0" destOrd="0" presId="urn:microsoft.com/office/officeart/2008/layout/LinedList"/>
    <dgm:cxn modelId="{440A9522-CD5D-4399-9F23-ECA0F0D20C24}" type="presParOf" srcId="{D4A995E8-C1FF-41E9-BD40-B6D93DBBE081}" destId="{FC2E5550-E24B-46F3-95E1-2D840AB7EAD6}" srcOrd="1" destOrd="0" presId="urn:microsoft.com/office/officeart/2008/layout/LinedList"/>
    <dgm:cxn modelId="{9F1373B2-DB45-421E-A709-6CE8F37CE231}" type="presParOf" srcId="{215FA9C5-C785-46A3-A7FB-CE48887D5EDD}" destId="{E3169815-1AF9-4A00-8D40-1995BE715153}" srcOrd="4" destOrd="0" presId="urn:microsoft.com/office/officeart/2008/layout/LinedList"/>
    <dgm:cxn modelId="{3EAA6753-AE5F-4561-A32F-5C0BA40961AB}" type="presParOf" srcId="{215FA9C5-C785-46A3-A7FB-CE48887D5EDD}" destId="{0E69158D-F37D-41E1-8287-A47E1BE6B9FF}" srcOrd="5" destOrd="0" presId="urn:microsoft.com/office/officeart/2008/layout/LinedList"/>
    <dgm:cxn modelId="{530B115A-3707-4BC0-87AD-924F07E0472A}" type="presParOf" srcId="{0E69158D-F37D-41E1-8287-A47E1BE6B9FF}" destId="{18410634-0A31-438D-80E2-13057E3DCDAB}" srcOrd="0" destOrd="0" presId="urn:microsoft.com/office/officeart/2008/layout/LinedList"/>
    <dgm:cxn modelId="{88E5A0B4-CBCE-4AB6-BF10-49DB86F23A11}" type="presParOf" srcId="{0E69158D-F37D-41E1-8287-A47E1BE6B9FF}" destId="{A839FB31-FF5F-426F-8AA7-9C24E775604E}" srcOrd="1" destOrd="0" presId="urn:microsoft.com/office/officeart/2008/layout/LinedList"/>
    <dgm:cxn modelId="{673BDA5D-0A28-4456-97F5-EF2EC6E139CB}" type="presParOf" srcId="{215FA9C5-C785-46A3-A7FB-CE48887D5EDD}" destId="{FB2886CE-3AF9-43B9-B6DE-3140242D2A06}" srcOrd="6" destOrd="0" presId="urn:microsoft.com/office/officeart/2008/layout/LinedList"/>
    <dgm:cxn modelId="{C65634CF-130D-4532-8395-2510E8315E6E}" type="presParOf" srcId="{215FA9C5-C785-46A3-A7FB-CE48887D5EDD}" destId="{F3A81C37-D4CB-4D56-ACE2-C7B1553EEC25}" srcOrd="7" destOrd="0" presId="urn:microsoft.com/office/officeart/2008/layout/LinedList"/>
    <dgm:cxn modelId="{035EBA9F-70DF-4FDB-9A5D-57391477D889}" type="presParOf" srcId="{F3A81C37-D4CB-4D56-ACE2-C7B1553EEC25}" destId="{6D4226F4-EE6E-45E1-8B10-471DCAC01428}" srcOrd="0" destOrd="0" presId="urn:microsoft.com/office/officeart/2008/layout/LinedList"/>
    <dgm:cxn modelId="{93E4049E-31DF-4BCE-93EC-F4357F5967D6}" type="presParOf" srcId="{F3A81C37-D4CB-4D56-ACE2-C7B1553EEC25}" destId="{DC7DC812-8605-4C29-8BA1-C22920DBB6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8D9192-407D-40B3-9B8C-FB1E396480F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3AA2F3-6FC3-43C4-9797-CB4D35A6987D}">
      <dgm:prSet/>
      <dgm:spPr/>
      <dgm:t>
        <a:bodyPr/>
        <a:lstStyle/>
        <a:p>
          <a:pPr algn="ctr"/>
          <a:r>
            <a:rPr lang="en-US" b="1" i="0" dirty="0"/>
            <a:t>Deployment : </a:t>
          </a:r>
        </a:p>
        <a:p>
          <a:pPr algn="l"/>
          <a:r>
            <a:rPr lang="en-US" b="0" i="0" dirty="0"/>
            <a:t>- docker compose up(one single command to deploy all services)</a:t>
          </a:r>
          <a:endParaRPr lang="en-US" dirty="0"/>
        </a:p>
      </dgm:t>
    </dgm:pt>
    <dgm:pt modelId="{2AE1BE95-6B22-4962-A62F-8DACC4D671C6}" type="parTrans" cxnId="{A03435B2-D304-4CC3-9357-F15BCB06B565}">
      <dgm:prSet/>
      <dgm:spPr/>
      <dgm:t>
        <a:bodyPr/>
        <a:lstStyle/>
        <a:p>
          <a:endParaRPr lang="en-US"/>
        </a:p>
      </dgm:t>
    </dgm:pt>
    <dgm:pt modelId="{BD25ED12-A041-4F6C-A26E-2ADF7A58EEF8}" type="sibTrans" cxnId="{A03435B2-D304-4CC3-9357-F15BCB06B565}">
      <dgm:prSet/>
      <dgm:spPr/>
      <dgm:t>
        <a:bodyPr/>
        <a:lstStyle/>
        <a:p>
          <a:endParaRPr lang="en-US"/>
        </a:p>
      </dgm:t>
    </dgm:pt>
    <dgm:pt modelId="{AA5F0A69-C3BB-4CBD-B0B1-15765C6DC2BF}">
      <dgm:prSet custT="1"/>
      <dgm:spPr/>
      <dgm:t>
        <a:bodyPr/>
        <a:lstStyle/>
        <a:p>
          <a:pPr algn="ctr"/>
          <a:r>
            <a:rPr lang="en-US" sz="1800" b="1" i="0" dirty="0"/>
            <a:t>Services: </a:t>
          </a:r>
        </a:p>
        <a:p>
          <a:pPr algn="l"/>
          <a:r>
            <a:rPr lang="en-US" sz="1400" b="0" i="0" dirty="0"/>
            <a:t>- Airflow consisting of Webserver, Scheduler, and Worker components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i="0" dirty="0"/>
            <a:t>- PostgreSQL database service for reliable data storage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sz="1400" b="0" i="0" dirty="0"/>
            <a:t>- </a:t>
          </a:r>
          <a:r>
            <a:rPr lang="en-US" sz="1400" b="0" i="0" dirty="0" err="1"/>
            <a:t>MinIO</a:t>
          </a:r>
          <a:r>
            <a:rPr lang="en-US" sz="1400" b="0" i="0" dirty="0"/>
            <a:t> object storage service for secure file management</a:t>
          </a:r>
          <a:endParaRPr lang="en-US" sz="1400" dirty="0"/>
        </a:p>
      </dgm:t>
    </dgm:pt>
    <dgm:pt modelId="{6F1D25AC-1510-45DE-BFA3-65A02D358B66}" type="parTrans" cxnId="{41009EF5-F3CC-4B59-9BFB-E54BB3225351}">
      <dgm:prSet/>
      <dgm:spPr/>
      <dgm:t>
        <a:bodyPr/>
        <a:lstStyle/>
        <a:p>
          <a:endParaRPr lang="en-US"/>
        </a:p>
      </dgm:t>
    </dgm:pt>
    <dgm:pt modelId="{8DD801F2-3F45-41CF-B304-803518430371}" type="sibTrans" cxnId="{41009EF5-F3CC-4B59-9BFB-E54BB3225351}">
      <dgm:prSet/>
      <dgm:spPr/>
      <dgm:t>
        <a:bodyPr/>
        <a:lstStyle/>
        <a:p>
          <a:endParaRPr lang="en-US"/>
        </a:p>
      </dgm:t>
    </dgm:pt>
    <dgm:pt modelId="{F2FEAD92-98EA-4ED9-856D-D4CCB2DCF4D6}">
      <dgm:prSet/>
      <dgm:spPr/>
      <dgm:t>
        <a:bodyPr/>
        <a:lstStyle/>
        <a:p>
          <a:pPr algn="ctr"/>
          <a:r>
            <a:rPr lang="en-US" b="1" i="0" dirty="0"/>
            <a:t>Access: </a:t>
          </a:r>
        </a:p>
        <a:p>
          <a:pPr algn="l"/>
          <a:r>
            <a:rPr lang="en-US" b="0" i="0" dirty="0"/>
            <a:t>- Airflow can be accessed locally via localhost on port 8080</a:t>
          </a:r>
        </a:p>
        <a:p>
          <a:pPr algn="l">
            <a:buFont typeface="Arial" panose="020B0604020202020204" pitchFamily="34" charset="0"/>
            <a:buChar char="•"/>
          </a:pPr>
          <a:r>
            <a:rPr lang="en-US" b="0" i="0" dirty="0"/>
            <a:t>- </a:t>
          </a:r>
          <a:r>
            <a:rPr lang="en-US" b="0" i="0" dirty="0" err="1"/>
            <a:t>MinIO</a:t>
          </a:r>
          <a:r>
            <a:rPr lang="en-US" b="0" i="0" dirty="0"/>
            <a:t> dashboard available at localhost on port 9001</a:t>
          </a:r>
          <a:endParaRPr lang="en-US" b="0" dirty="0"/>
        </a:p>
      </dgm:t>
    </dgm:pt>
    <dgm:pt modelId="{B2AFAFFB-EE1D-4EB9-8CC0-D4F2C987E88A}" type="parTrans" cxnId="{B13EAC30-0581-476E-A25E-8750EC272F6C}">
      <dgm:prSet/>
      <dgm:spPr/>
      <dgm:t>
        <a:bodyPr/>
        <a:lstStyle/>
        <a:p>
          <a:endParaRPr lang="en-US"/>
        </a:p>
      </dgm:t>
    </dgm:pt>
    <dgm:pt modelId="{70774DB2-2ACB-447A-87A0-98C702390EEA}" type="sibTrans" cxnId="{B13EAC30-0581-476E-A25E-8750EC272F6C}">
      <dgm:prSet/>
      <dgm:spPr/>
      <dgm:t>
        <a:bodyPr/>
        <a:lstStyle/>
        <a:p>
          <a:endParaRPr lang="en-US"/>
        </a:p>
      </dgm:t>
    </dgm:pt>
    <dgm:pt modelId="{952BCA9E-AA3C-4053-AEB5-66EAA5F1160B}" type="pres">
      <dgm:prSet presAssocID="{608D9192-407D-40B3-9B8C-FB1E396480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A8621B-321F-42E7-B19E-5D4D3BB249A2}" type="pres">
      <dgm:prSet presAssocID="{0C3AA2F3-6FC3-43C4-9797-CB4D35A6987D}" presName="hierRoot1" presStyleCnt="0"/>
      <dgm:spPr/>
    </dgm:pt>
    <dgm:pt modelId="{8750523A-019A-4D99-B730-8526FEFDC97C}" type="pres">
      <dgm:prSet presAssocID="{0C3AA2F3-6FC3-43C4-9797-CB4D35A6987D}" presName="composite" presStyleCnt="0"/>
      <dgm:spPr/>
    </dgm:pt>
    <dgm:pt modelId="{245CDF7D-7682-4895-9277-EE95CC7DA080}" type="pres">
      <dgm:prSet presAssocID="{0C3AA2F3-6FC3-43C4-9797-CB4D35A6987D}" presName="background" presStyleLbl="node0" presStyleIdx="0" presStyleCnt="3"/>
      <dgm:spPr/>
    </dgm:pt>
    <dgm:pt modelId="{C2FDA2C6-630A-4B5D-B167-04298C2CF30E}" type="pres">
      <dgm:prSet presAssocID="{0C3AA2F3-6FC3-43C4-9797-CB4D35A6987D}" presName="text" presStyleLbl="fgAcc0" presStyleIdx="0" presStyleCnt="3">
        <dgm:presLayoutVars>
          <dgm:chPref val="3"/>
        </dgm:presLayoutVars>
      </dgm:prSet>
      <dgm:spPr/>
    </dgm:pt>
    <dgm:pt modelId="{37949955-64BA-48B6-A849-9441A1C286F3}" type="pres">
      <dgm:prSet presAssocID="{0C3AA2F3-6FC3-43C4-9797-CB4D35A6987D}" presName="hierChild2" presStyleCnt="0"/>
      <dgm:spPr/>
    </dgm:pt>
    <dgm:pt modelId="{C8415961-FB1B-4B72-94F7-570BE6598558}" type="pres">
      <dgm:prSet presAssocID="{AA5F0A69-C3BB-4CBD-B0B1-15765C6DC2BF}" presName="hierRoot1" presStyleCnt="0"/>
      <dgm:spPr/>
    </dgm:pt>
    <dgm:pt modelId="{295A8A96-BCBD-4B14-9712-3A643697DF35}" type="pres">
      <dgm:prSet presAssocID="{AA5F0A69-C3BB-4CBD-B0B1-15765C6DC2BF}" presName="composite" presStyleCnt="0"/>
      <dgm:spPr/>
    </dgm:pt>
    <dgm:pt modelId="{FEA150E9-2D8F-471B-9BFF-A60FCBD593B7}" type="pres">
      <dgm:prSet presAssocID="{AA5F0A69-C3BB-4CBD-B0B1-15765C6DC2BF}" presName="background" presStyleLbl="node0" presStyleIdx="1" presStyleCnt="3"/>
      <dgm:spPr/>
    </dgm:pt>
    <dgm:pt modelId="{FE504C3D-C714-4A30-A95A-5B727B13199D}" type="pres">
      <dgm:prSet presAssocID="{AA5F0A69-C3BB-4CBD-B0B1-15765C6DC2BF}" presName="text" presStyleLbl="fgAcc0" presStyleIdx="1" presStyleCnt="3">
        <dgm:presLayoutVars>
          <dgm:chPref val="3"/>
        </dgm:presLayoutVars>
      </dgm:prSet>
      <dgm:spPr/>
    </dgm:pt>
    <dgm:pt modelId="{50B10F49-0578-4EAF-BCE2-0B6F691AFB5F}" type="pres">
      <dgm:prSet presAssocID="{AA5F0A69-C3BB-4CBD-B0B1-15765C6DC2BF}" presName="hierChild2" presStyleCnt="0"/>
      <dgm:spPr/>
    </dgm:pt>
    <dgm:pt modelId="{D0039E79-A7CD-4B5A-8765-0666683634B1}" type="pres">
      <dgm:prSet presAssocID="{F2FEAD92-98EA-4ED9-856D-D4CCB2DCF4D6}" presName="hierRoot1" presStyleCnt="0"/>
      <dgm:spPr/>
    </dgm:pt>
    <dgm:pt modelId="{304F6C86-5354-4670-ACD1-4C250FDAE6FE}" type="pres">
      <dgm:prSet presAssocID="{F2FEAD92-98EA-4ED9-856D-D4CCB2DCF4D6}" presName="composite" presStyleCnt="0"/>
      <dgm:spPr/>
    </dgm:pt>
    <dgm:pt modelId="{00203BA3-CA0E-430C-9184-2509BBB4A21C}" type="pres">
      <dgm:prSet presAssocID="{F2FEAD92-98EA-4ED9-856D-D4CCB2DCF4D6}" presName="background" presStyleLbl="node0" presStyleIdx="2" presStyleCnt="3"/>
      <dgm:spPr/>
    </dgm:pt>
    <dgm:pt modelId="{EA57BFFA-6C58-40B1-BAF7-4B5D25B1DE01}" type="pres">
      <dgm:prSet presAssocID="{F2FEAD92-98EA-4ED9-856D-D4CCB2DCF4D6}" presName="text" presStyleLbl="fgAcc0" presStyleIdx="2" presStyleCnt="3">
        <dgm:presLayoutVars>
          <dgm:chPref val="3"/>
        </dgm:presLayoutVars>
      </dgm:prSet>
      <dgm:spPr/>
    </dgm:pt>
    <dgm:pt modelId="{F86DFA04-4F6E-49E0-A2C4-F630990559DB}" type="pres">
      <dgm:prSet presAssocID="{F2FEAD92-98EA-4ED9-856D-D4CCB2DCF4D6}" presName="hierChild2" presStyleCnt="0"/>
      <dgm:spPr/>
    </dgm:pt>
  </dgm:ptLst>
  <dgm:cxnLst>
    <dgm:cxn modelId="{69256508-15D0-415C-80EE-0753BB854DA1}" type="presOf" srcId="{F2FEAD92-98EA-4ED9-856D-D4CCB2DCF4D6}" destId="{EA57BFFA-6C58-40B1-BAF7-4B5D25B1DE01}" srcOrd="0" destOrd="0" presId="urn:microsoft.com/office/officeart/2005/8/layout/hierarchy1"/>
    <dgm:cxn modelId="{B13EAC30-0581-476E-A25E-8750EC272F6C}" srcId="{608D9192-407D-40B3-9B8C-FB1E396480F3}" destId="{F2FEAD92-98EA-4ED9-856D-D4CCB2DCF4D6}" srcOrd="2" destOrd="0" parTransId="{B2AFAFFB-EE1D-4EB9-8CC0-D4F2C987E88A}" sibTransId="{70774DB2-2ACB-447A-87A0-98C702390EEA}"/>
    <dgm:cxn modelId="{AFD5A359-6136-42B4-A2EF-527A12E6B16B}" type="presOf" srcId="{0C3AA2F3-6FC3-43C4-9797-CB4D35A6987D}" destId="{C2FDA2C6-630A-4B5D-B167-04298C2CF30E}" srcOrd="0" destOrd="0" presId="urn:microsoft.com/office/officeart/2005/8/layout/hierarchy1"/>
    <dgm:cxn modelId="{582BC8A1-1FB8-4959-8215-0C7F4E0CD9AF}" type="presOf" srcId="{608D9192-407D-40B3-9B8C-FB1E396480F3}" destId="{952BCA9E-AA3C-4053-AEB5-66EAA5F1160B}" srcOrd="0" destOrd="0" presId="urn:microsoft.com/office/officeart/2005/8/layout/hierarchy1"/>
    <dgm:cxn modelId="{A03435B2-D304-4CC3-9357-F15BCB06B565}" srcId="{608D9192-407D-40B3-9B8C-FB1E396480F3}" destId="{0C3AA2F3-6FC3-43C4-9797-CB4D35A6987D}" srcOrd="0" destOrd="0" parTransId="{2AE1BE95-6B22-4962-A62F-8DACC4D671C6}" sibTransId="{BD25ED12-A041-4F6C-A26E-2ADF7A58EEF8}"/>
    <dgm:cxn modelId="{E31466B4-7F39-4B36-BAA0-53558472CEA1}" type="presOf" srcId="{AA5F0A69-C3BB-4CBD-B0B1-15765C6DC2BF}" destId="{FE504C3D-C714-4A30-A95A-5B727B13199D}" srcOrd="0" destOrd="0" presId="urn:microsoft.com/office/officeart/2005/8/layout/hierarchy1"/>
    <dgm:cxn modelId="{41009EF5-F3CC-4B59-9BFB-E54BB3225351}" srcId="{608D9192-407D-40B3-9B8C-FB1E396480F3}" destId="{AA5F0A69-C3BB-4CBD-B0B1-15765C6DC2BF}" srcOrd="1" destOrd="0" parTransId="{6F1D25AC-1510-45DE-BFA3-65A02D358B66}" sibTransId="{8DD801F2-3F45-41CF-B304-803518430371}"/>
    <dgm:cxn modelId="{8EC2FA01-42FB-4B72-AE76-B6598B8DECDC}" type="presParOf" srcId="{952BCA9E-AA3C-4053-AEB5-66EAA5F1160B}" destId="{23A8621B-321F-42E7-B19E-5D4D3BB249A2}" srcOrd="0" destOrd="0" presId="urn:microsoft.com/office/officeart/2005/8/layout/hierarchy1"/>
    <dgm:cxn modelId="{AFB0A2BE-0D32-4D7B-B286-9567DA10306E}" type="presParOf" srcId="{23A8621B-321F-42E7-B19E-5D4D3BB249A2}" destId="{8750523A-019A-4D99-B730-8526FEFDC97C}" srcOrd="0" destOrd="0" presId="urn:microsoft.com/office/officeart/2005/8/layout/hierarchy1"/>
    <dgm:cxn modelId="{908424BE-6C68-4248-9E68-9EF3B844BEBC}" type="presParOf" srcId="{8750523A-019A-4D99-B730-8526FEFDC97C}" destId="{245CDF7D-7682-4895-9277-EE95CC7DA080}" srcOrd="0" destOrd="0" presId="urn:microsoft.com/office/officeart/2005/8/layout/hierarchy1"/>
    <dgm:cxn modelId="{F568E50C-205B-4E39-82E1-DCC777DEF716}" type="presParOf" srcId="{8750523A-019A-4D99-B730-8526FEFDC97C}" destId="{C2FDA2C6-630A-4B5D-B167-04298C2CF30E}" srcOrd="1" destOrd="0" presId="urn:microsoft.com/office/officeart/2005/8/layout/hierarchy1"/>
    <dgm:cxn modelId="{23E9FFB8-8434-4343-B633-116BCA2F85F0}" type="presParOf" srcId="{23A8621B-321F-42E7-B19E-5D4D3BB249A2}" destId="{37949955-64BA-48B6-A849-9441A1C286F3}" srcOrd="1" destOrd="0" presId="urn:microsoft.com/office/officeart/2005/8/layout/hierarchy1"/>
    <dgm:cxn modelId="{FE39829F-78E4-4227-B53E-73515BF5E33C}" type="presParOf" srcId="{952BCA9E-AA3C-4053-AEB5-66EAA5F1160B}" destId="{C8415961-FB1B-4B72-94F7-570BE6598558}" srcOrd="1" destOrd="0" presId="urn:microsoft.com/office/officeart/2005/8/layout/hierarchy1"/>
    <dgm:cxn modelId="{77E25C71-EE44-44F9-97EF-4D860073353D}" type="presParOf" srcId="{C8415961-FB1B-4B72-94F7-570BE6598558}" destId="{295A8A96-BCBD-4B14-9712-3A643697DF35}" srcOrd="0" destOrd="0" presId="urn:microsoft.com/office/officeart/2005/8/layout/hierarchy1"/>
    <dgm:cxn modelId="{4884BBB8-8DA8-4762-AF19-D868B5829A80}" type="presParOf" srcId="{295A8A96-BCBD-4B14-9712-3A643697DF35}" destId="{FEA150E9-2D8F-471B-9BFF-A60FCBD593B7}" srcOrd="0" destOrd="0" presId="urn:microsoft.com/office/officeart/2005/8/layout/hierarchy1"/>
    <dgm:cxn modelId="{B78348C9-FF17-4D98-80DF-06C08F077E3B}" type="presParOf" srcId="{295A8A96-BCBD-4B14-9712-3A643697DF35}" destId="{FE504C3D-C714-4A30-A95A-5B727B13199D}" srcOrd="1" destOrd="0" presId="urn:microsoft.com/office/officeart/2005/8/layout/hierarchy1"/>
    <dgm:cxn modelId="{B2CD52E9-0AE6-4F2D-BD50-F5422F154E3A}" type="presParOf" srcId="{C8415961-FB1B-4B72-94F7-570BE6598558}" destId="{50B10F49-0578-4EAF-BCE2-0B6F691AFB5F}" srcOrd="1" destOrd="0" presId="urn:microsoft.com/office/officeart/2005/8/layout/hierarchy1"/>
    <dgm:cxn modelId="{ADE37084-C880-4871-8E36-E34A118E7524}" type="presParOf" srcId="{952BCA9E-AA3C-4053-AEB5-66EAA5F1160B}" destId="{D0039E79-A7CD-4B5A-8765-0666683634B1}" srcOrd="2" destOrd="0" presId="urn:microsoft.com/office/officeart/2005/8/layout/hierarchy1"/>
    <dgm:cxn modelId="{505694C8-EB05-4A16-81E1-93819DFEBF82}" type="presParOf" srcId="{D0039E79-A7CD-4B5A-8765-0666683634B1}" destId="{304F6C86-5354-4670-ACD1-4C250FDAE6FE}" srcOrd="0" destOrd="0" presId="urn:microsoft.com/office/officeart/2005/8/layout/hierarchy1"/>
    <dgm:cxn modelId="{A2604FD5-5E20-44C8-8243-7112A3C5C1E4}" type="presParOf" srcId="{304F6C86-5354-4670-ACD1-4C250FDAE6FE}" destId="{00203BA3-CA0E-430C-9184-2509BBB4A21C}" srcOrd="0" destOrd="0" presId="urn:microsoft.com/office/officeart/2005/8/layout/hierarchy1"/>
    <dgm:cxn modelId="{64FC62C2-59E2-461C-9DD5-68EA851B023C}" type="presParOf" srcId="{304F6C86-5354-4670-ACD1-4C250FDAE6FE}" destId="{EA57BFFA-6C58-40B1-BAF7-4B5D25B1DE01}" srcOrd="1" destOrd="0" presId="urn:microsoft.com/office/officeart/2005/8/layout/hierarchy1"/>
    <dgm:cxn modelId="{3E829ED4-B400-4522-965C-B12892CB4027}" type="presParOf" srcId="{D0039E79-A7CD-4B5A-8765-0666683634B1}" destId="{F86DFA04-4F6E-49E0-A2C4-F630990559D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B8F4C-E15C-4E0D-9592-9AB8BFFC189C}">
      <dsp:nvSpPr>
        <dsp:cNvPr id="0" name=""/>
        <dsp:cNvSpPr/>
      </dsp:nvSpPr>
      <dsp:spPr>
        <a:xfrm>
          <a:off x="173481" y="825695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6A665-DAC9-4561-B75A-7F55801171EE}">
      <dsp:nvSpPr>
        <dsp:cNvPr id="0" name=""/>
        <dsp:cNvSpPr/>
      </dsp:nvSpPr>
      <dsp:spPr>
        <a:xfrm>
          <a:off x="364143" y="1016357"/>
          <a:ext cx="526590" cy="5265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985CA-9250-4CB0-ABE5-5B2043C0A4B9}">
      <dsp:nvSpPr>
        <dsp:cNvPr id="0" name=""/>
        <dsp:cNvSpPr/>
      </dsp:nvSpPr>
      <dsp:spPr>
        <a:xfrm>
          <a:off x="1275948" y="825695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Team:</a:t>
          </a:r>
          <a:r>
            <a:rPr lang="en-US" sz="1800" kern="1200" dirty="0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 3 Data Engineers + 6 Data Analysts</a:t>
          </a:r>
        </a:p>
      </dsp:txBody>
      <dsp:txXfrm>
        <a:off x="1275948" y="825695"/>
        <a:ext cx="2140082" cy="907914"/>
      </dsp:txXfrm>
    </dsp:sp>
    <dsp:sp modelId="{D3FE9581-EB14-48F0-BF42-479EF642950F}">
      <dsp:nvSpPr>
        <dsp:cNvPr id="0" name=""/>
        <dsp:cNvSpPr/>
      </dsp:nvSpPr>
      <dsp:spPr>
        <a:xfrm>
          <a:off x="3788925" y="825695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39334-7EE6-40E0-9CC6-F864095502CC}">
      <dsp:nvSpPr>
        <dsp:cNvPr id="0" name=""/>
        <dsp:cNvSpPr/>
      </dsp:nvSpPr>
      <dsp:spPr>
        <a:xfrm>
          <a:off x="3979586" y="1016357"/>
          <a:ext cx="526590" cy="5265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95C58-10E6-44D4-A552-F7F16AC9FC45}">
      <dsp:nvSpPr>
        <dsp:cNvPr id="0" name=""/>
        <dsp:cNvSpPr/>
      </dsp:nvSpPr>
      <dsp:spPr>
        <a:xfrm>
          <a:off x="4891392" y="825695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Status:</a:t>
          </a:r>
          <a:r>
            <a:rPr lang="en-US" sz="1800" kern="1200" dirty="0"/>
            <a:t> Production Ready</a:t>
          </a:r>
        </a:p>
      </dsp:txBody>
      <dsp:txXfrm>
        <a:off x="4891392" y="825695"/>
        <a:ext cx="2140082" cy="907914"/>
      </dsp:txXfrm>
    </dsp:sp>
    <dsp:sp modelId="{DEC38153-1C4C-4572-850F-4527837B270F}">
      <dsp:nvSpPr>
        <dsp:cNvPr id="0" name=""/>
        <dsp:cNvSpPr/>
      </dsp:nvSpPr>
      <dsp:spPr>
        <a:xfrm>
          <a:off x="7404368" y="825695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2E39B-D558-4B30-810A-E390E757604B}">
      <dsp:nvSpPr>
        <dsp:cNvPr id="0" name=""/>
        <dsp:cNvSpPr/>
      </dsp:nvSpPr>
      <dsp:spPr>
        <a:xfrm>
          <a:off x="7595030" y="1016357"/>
          <a:ext cx="526590" cy="5265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9CC55-567E-44F0-9AE3-D19D8861F96B}">
      <dsp:nvSpPr>
        <dsp:cNvPr id="0" name=""/>
        <dsp:cNvSpPr/>
      </dsp:nvSpPr>
      <dsp:spPr>
        <a:xfrm>
          <a:off x="8506835" y="825695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Results:</a:t>
          </a:r>
          <a:r>
            <a:rPr lang="en-US" sz="1800" kern="1200" dirty="0"/>
            <a:t> 500K+ records, 98.5% quality.</a:t>
          </a:r>
        </a:p>
      </dsp:txBody>
      <dsp:txXfrm>
        <a:off x="8506835" y="825695"/>
        <a:ext cx="2140082" cy="907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B8F4C-E15C-4E0D-9592-9AB8BFFC189C}">
      <dsp:nvSpPr>
        <dsp:cNvPr id="0" name=""/>
        <dsp:cNvSpPr/>
      </dsp:nvSpPr>
      <dsp:spPr>
        <a:xfrm>
          <a:off x="173481" y="750027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6A665-DAC9-4561-B75A-7F55801171EE}">
      <dsp:nvSpPr>
        <dsp:cNvPr id="0" name=""/>
        <dsp:cNvSpPr/>
      </dsp:nvSpPr>
      <dsp:spPr>
        <a:xfrm>
          <a:off x="364143" y="940689"/>
          <a:ext cx="526590" cy="5265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985CA-9250-4CB0-ABE5-5B2043C0A4B9}">
      <dsp:nvSpPr>
        <dsp:cNvPr id="0" name=""/>
        <dsp:cNvSpPr/>
      </dsp:nvSpPr>
      <dsp:spPr>
        <a:xfrm>
          <a:off x="1275948" y="750027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What:</a:t>
          </a:r>
          <a:r>
            <a:rPr lang="en-US" sz="1800" kern="1200" dirty="0"/>
            <a:t> Automated data pipeline for e-commerce analytics</a:t>
          </a:r>
        </a:p>
      </dsp:txBody>
      <dsp:txXfrm>
        <a:off x="1275948" y="750027"/>
        <a:ext cx="2140082" cy="907914"/>
      </dsp:txXfrm>
    </dsp:sp>
    <dsp:sp modelId="{D3FE9581-EB14-48F0-BF42-479EF642950F}">
      <dsp:nvSpPr>
        <dsp:cNvPr id="0" name=""/>
        <dsp:cNvSpPr/>
      </dsp:nvSpPr>
      <dsp:spPr>
        <a:xfrm>
          <a:off x="3788925" y="750027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39334-7EE6-40E0-9CC6-F864095502CC}">
      <dsp:nvSpPr>
        <dsp:cNvPr id="0" name=""/>
        <dsp:cNvSpPr/>
      </dsp:nvSpPr>
      <dsp:spPr>
        <a:xfrm>
          <a:off x="3979586" y="940689"/>
          <a:ext cx="526590" cy="5265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595C58-10E6-44D4-A552-F7F16AC9FC45}">
      <dsp:nvSpPr>
        <dsp:cNvPr id="0" name=""/>
        <dsp:cNvSpPr/>
      </dsp:nvSpPr>
      <dsp:spPr>
        <a:xfrm>
          <a:off x="4891392" y="750027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Architecture:</a:t>
          </a:r>
          <a:r>
            <a:rPr lang="en-US" sz="1800" kern="1200" dirty="0"/>
            <a:t> Bronze → Silver → Gold (Medallion)</a:t>
          </a:r>
        </a:p>
      </dsp:txBody>
      <dsp:txXfrm>
        <a:off x="4891392" y="750027"/>
        <a:ext cx="2140082" cy="907914"/>
      </dsp:txXfrm>
    </dsp:sp>
    <dsp:sp modelId="{DEC38153-1C4C-4572-850F-4527837B270F}">
      <dsp:nvSpPr>
        <dsp:cNvPr id="0" name=""/>
        <dsp:cNvSpPr/>
      </dsp:nvSpPr>
      <dsp:spPr>
        <a:xfrm>
          <a:off x="7404368" y="750027"/>
          <a:ext cx="907914" cy="90791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52E39B-D558-4B30-810A-E390E757604B}">
      <dsp:nvSpPr>
        <dsp:cNvPr id="0" name=""/>
        <dsp:cNvSpPr/>
      </dsp:nvSpPr>
      <dsp:spPr>
        <a:xfrm>
          <a:off x="7595030" y="940689"/>
          <a:ext cx="526590" cy="5265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9CC55-567E-44F0-9AE3-D19D8861F96B}">
      <dsp:nvSpPr>
        <dsp:cNvPr id="0" name=""/>
        <dsp:cNvSpPr/>
      </dsp:nvSpPr>
      <dsp:spPr>
        <a:xfrm>
          <a:off x="8506835" y="750027"/>
          <a:ext cx="2140082" cy="907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Tech Stack:</a:t>
          </a:r>
          <a:r>
            <a:rPr lang="en-US" sz="2000" kern="1200" dirty="0"/>
            <a:t> Airflow, </a:t>
          </a:r>
          <a:r>
            <a:rPr lang="en-US" sz="2000" kern="1200" dirty="0" err="1"/>
            <a:t>MinIO</a:t>
          </a:r>
          <a:r>
            <a:rPr lang="en-US" sz="2000" kern="1200" dirty="0"/>
            <a:t>, </a:t>
          </a:r>
          <a:r>
            <a:rPr lang="en-US" sz="2000" kern="1200" dirty="0" err="1"/>
            <a:t>PySpark</a:t>
          </a:r>
          <a:r>
            <a:rPr lang="en-US" sz="2000" kern="1200" dirty="0"/>
            <a:t>, Docker</a:t>
          </a:r>
        </a:p>
      </dsp:txBody>
      <dsp:txXfrm>
        <a:off x="8506835" y="750027"/>
        <a:ext cx="2140082" cy="9079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05FD8-01D4-4C19-A0EA-70BFE98A0F94}">
      <dsp:nvSpPr>
        <dsp:cNvPr id="0" name=""/>
        <dsp:cNvSpPr/>
      </dsp:nvSpPr>
      <dsp:spPr>
        <a:xfrm>
          <a:off x="0" y="665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6520D-CABC-438B-A443-AD212374DDD4}">
      <dsp:nvSpPr>
        <dsp:cNvPr id="0" name=""/>
        <dsp:cNvSpPr/>
      </dsp:nvSpPr>
      <dsp:spPr>
        <a:xfrm>
          <a:off x="0" y="665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Owner:</a:t>
          </a:r>
          <a:r>
            <a:rPr lang="en-US" sz="2800" b="0" i="0" kern="1200" dirty="0"/>
            <a:t> Afnan Khan</a:t>
          </a:r>
          <a:endParaRPr lang="en-US" sz="2800" kern="1200" dirty="0"/>
        </a:p>
      </dsp:txBody>
      <dsp:txXfrm>
        <a:off x="0" y="665"/>
        <a:ext cx="6290226" cy="1089282"/>
      </dsp:txXfrm>
    </dsp:sp>
    <dsp:sp modelId="{B112CE23-C0FE-4CC9-879B-BEFD917491C3}">
      <dsp:nvSpPr>
        <dsp:cNvPr id="0" name=""/>
        <dsp:cNvSpPr/>
      </dsp:nvSpPr>
      <dsp:spPr>
        <a:xfrm>
          <a:off x="0" y="1089948"/>
          <a:ext cx="6290226" cy="0"/>
        </a:xfrm>
        <a:prstGeom prst="line">
          <a:avLst/>
        </a:prstGeom>
        <a:solidFill>
          <a:schemeClr val="accent2">
            <a:hueOff val="287373"/>
            <a:satOff val="-4693"/>
            <a:lumOff val="294"/>
            <a:alphaOff val="0"/>
          </a:schemeClr>
        </a:solidFill>
        <a:ln w="12700" cap="flat" cmpd="sng" algn="ctr">
          <a:solidFill>
            <a:schemeClr val="accent2">
              <a:hueOff val="287373"/>
              <a:satOff val="-4693"/>
              <a:lumOff val="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7DFFC-A2C7-4651-8862-6158FADFAE20}">
      <dsp:nvSpPr>
        <dsp:cNvPr id="0" name=""/>
        <dsp:cNvSpPr/>
      </dsp:nvSpPr>
      <dsp:spPr>
        <a:xfrm>
          <a:off x="0" y="1089948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Input:</a:t>
          </a:r>
          <a:r>
            <a:rPr lang="en-US" sz="2800" b="0" i="0" kern="1200" dirty="0"/>
            <a:t> Kaggle dataset (8 CSV files) and </a:t>
          </a:r>
          <a:r>
            <a:rPr lang="en-US" sz="2800" b="0" i="0" kern="1200" dirty="0" err="1"/>
            <a:t>DummyJSON</a:t>
          </a:r>
          <a:r>
            <a:rPr lang="en-US" sz="2800" b="0" i="0" kern="1200" dirty="0"/>
            <a:t> API</a:t>
          </a:r>
          <a:endParaRPr lang="en-US" sz="2800" kern="1200" dirty="0"/>
        </a:p>
      </dsp:txBody>
      <dsp:txXfrm>
        <a:off x="0" y="1089948"/>
        <a:ext cx="6290226" cy="1089282"/>
      </dsp:txXfrm>
    </dsp:sp>
    <dsp:sp modelId="{E3169815-1AF9-4A00-8D40-1995BE715153}">
      <dsp:nvSpPr>
        <dsp:cNvPr id="0" name=""/>
        <dsp:cNvSpPr/>
      </dsp:nvSpPr>
      <dsp:spPr>
        <a:xfrm>
          <a:off x="0" y="2179231"/>
          <a:ext cx="6290226" cy="0"/>
        </a:xfrm>
        <a:prstGeom prst="line">
          <a:avLst/>
        </a:prstGeom>
        <a:solidFill>
          <a:schemeClr val="accent2">
            <a:hueOff val="574745"/>
            <a:satOff val="-9386"/>
            <a:lumOff val="588"/>
            <a:alphaOff val="0"/>
          </a:schemeClr>
        </a:solidFill>
        <a:ln w="12700" cap="flat" cmpd="sng" algn="ctr">
          <a:solidFill>
            <a:schemeClr val="accent2">
              <a:hueOff val="574745"/>
              <a:satOff val="-9386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10634-0A31-438D-80E2-13057E3DCDAB}">
      <dsp:nvSpPr>
        <dsp:cNvPr id="0" name=""/>
        <dsp:cNvSpPr/>
      </dsp:nvSpPr>
      <dsp:spPr>
        <a:xfrm>
          <a:off x="0" y="2179231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Output:</a:t>
          </a:r>
          <a:r>
            <a:rPr lang="en-US" sz="2800" b="0" i="0" kern="1200" dirty="0"/>
            <a:t> Raw data stored in </a:t>
          </a:r>
          <a:r>
            <a:rPr lang="en-US" sz="2800" b="0" i="0" kern="1200" dirty="0" err="1"/>
            <a:t>MinIO</a:t>
          </a:r>
          <a:r>
            <a:rPr lang="en-US" sz="2800" b="0" i="0" kern="1200" dirty="0"/>
            <a:t> /bronze/ bucket</a:t>
          </a:r>
          <a:endParaRPr lang="en-US" sz="2800" kern="1200" dirty="0"/>
        </a:p>
      </dsp:txBody>
      <dsp:txXfrm>
        <a:off x="0" y="2179231"/>
        <a:ext cx="6290226" cy="1089282"/>
      </dsp:txXfrm>
    </dsp:sp>
    <dsp:sp modelId="{FB2886CE-3AF9-43B9-B6DE-3140242D2A06}">
      <dsp:nvSpPr>
        <dsp:cNvPr id="0" name=""/>
        <dsp:cNvSpPr/>
      </dsp:nvSpPr>
      <dsp:spPr>
        <a:xfrm>
          <a:off x="0" y="3268513"/>
          <a:ext cx="6290226" cy="0"/>
        </a:xfrm>
        <a:prstGeom prst="line">
          <a:avLst/>
        </a:prstGeom>
        <a:solidFill>
          <a:schemeClr val="accent2">
            <a:hueOff val="862118"/>
            <a:satOff val="-14079"/>
            <a:lumOff val="882"/>
            <a:alphaOff val="0"/>
          </a:schemeClr>
        </a:solidFill>
        <a:ln w="12700" cap="flat" cmpd="sng" algn="ctr">
          <a:solidFill>
            <a:schemeClr val="accent2">
              <a:hueOff val="862118"/>
              <a:satOff val="-14079"/>
              <a:lumOff val="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226F4-EE6E-45E1-8B10-471DCAC01428}">
      <dsp:nvSpPr>
        <dsp:cNvPr id="0" name=""/>
        <dsp:cNvSpPr/>
      </dsp:nvSpPr>
      <dsp:spPr>
        <a:xfrm>
          <a:off x="0" y="3268513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Process:</a:t>
          </a:r>
          <a:r>
            <a:rPr lang="en-US" sz="2800" b="0" i="0" kern="1200" dirty="0"/>
            <a:t> Automated daily ingestion at 6 PM UTC</a:t>
          </a:r>
          <a:endParaRPr lang="en-US" sz="2800" kern="1200" dirty="0"/>
        </a:p>
      </dsp:txBody>
      <dsp:txXfrm>
        <a:off x="0" y="3268513"/>
        <a:ext cx="6290226" cy="1089282"/>
      </dsp:txXfrm>
    </dsp:sp>
    <dsp:sp modelId="{3475B2E9-8ABF-49CE-8138-FEA25F833066}">
      <dsp:nvSpPr>
        <dsp:cNvPr id="0" name=""/>
        <dsp:cNvSpPr/>
      </dsp:nvSpPr>
      <dsp:spPr>
        <a:xfrm>
          <a:off x="0" y="4357796"/>
          <a:ext cx="6290226" cy="0"/>
        </a:xfrm>
        <a:prstGeom prst="line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E33D2-BC7F-4119-97F4-013221EAC5ED}">
      <dsp:nvSpPr>
        <dsp:cNvPr id="0" name=""/>
        <dsp:cNvSpPr/>
      </dsp:nvSpPr>
      <dsp:spPr>
        <a:xfrm>
          <a:off x="0" y="4357796"/>
          <a:ext cx="6290226" cy="1089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Features:</a:t>
          </a:r>
          <a:r>
            <a:rPr lang="en-US" sz="2800" b="0" i="0" kern="1200" dirty="0"/>
            <a:t> Error handling with retry logic and timestamped partitions</a:t>
          </a:r>
          <a:endParaRPr lang="en-US" sz="2800" kern="1200" dirty="0"/>
        </a:p>
      </dsp:txBody>
      <dsp:txXfrm>
        <a:off x="0" y="4357796"/>
        <a:ext cx="6290226" cy="10892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05FD8-01D4-4C19-A0EA-70BFE98A0F94}">
      <dsp:nvSpPr>
        <dsp:cNvPr id="0" name=""/>
        <dsp:cNvSpPr/>
      </dsp:nvSpPr>
      <dsp:spPr>
        <a:xfrm>
          <a:off x="0" y="2525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6520D-CABC-438B-A443-AD212374DDD4}">
      <dsp:nvSpPr>
        <dsp:cNvPr id="0" name=""/>
        <dsp:cNvSpPr/>
      </dsp:nvSpPr>
      <dsp:spPr>
        <a:xfrm>
          <a:off x="0" y="0"/>
          <a:ext cx="6290226" cy="941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Owner:</a:t>
          </a:r>
          <a:r>
            <a:rPr lang="en-US" sz="2800" b="0" i="0" kern="1200" dirty="0"/>
            <a:t> </a:t>
          </a:r>
          <a:r>
            <a:rPr lang="en-US" sz="2400" b="0" i="0" kern="1200" dirty="0"/>
            <a:t>Farheen Muzaffar &amp; Muhammad Awais </a:t>
          </a:r>
          <a:endParaRPr lang="en-US" sz="2800" kern="1200" dirty="0"/>
        </a:p>
      </dsp:txBody>
      <dsp:txXfrm>
        <a:off x="0" y="0"/>
        <a:ext cx="6290226" cy="941550"/>
      </dsp:txXfrm>
    </dsp:sp>
    <dsp:sp modelId="{B112CE23-C0FE-4CC9-879B-BEFD917491C3}">
      <dsp:nvSpPr>
        <dsp:cNvPr id="0" name=""/>
        <dsp:cNvSpPr/>
      </dsp:nvSpPr>
      <dsp:spPr>
        <a:xfrm>
          <a:off x="0" y="944075"/>
          <a:ext cx="6290226" cy="0"/>
        </a:xfrm>
        <a:prstGeom prst="line">
          <a:avLst/>
        </a:prstGeom>
        <a:solidFill>
          <a:schemeClr val="accent2">
            <a:hueOff val="383163"/>
            <a:satOff val="-6257"/>
            <a:lumOff val="392"/>
            <a:alphaOff val="0"/>
          </a:schemeClr>
        </a:solidFill>
        <a:ln w="12700" cap="flat" cmpd="sng" algn="ctr">
          <a:solidFill>
            <a:schemeClr val="accent2">
              <a:hueOff val="383163"/>
              <a:satOff val="-6257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7DFFC-A2C7-4651-8862-6158FADFAE20}">
      <dsp:nvSpPr>
        <dsp:cNvPr id="0" name=""/>
        <dsp:cNvSpPr/>
      </dsp:nvSpPr>
      <dsp:spPr>
        <a:xfrm>
          <a:off x="0" y="944075"/>
          <a:ext cx="6290226" cy="941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Input:</a:t>
          </a:r>
          <a:r>
            <a:rPr lang="en-US" sz="2800" b="0" i="0" kern="1200" dirty="0"/>
            <a:t> </a:t>
          </a:r>
          <a:r>
            <a:rPr lang="en-US" sz="2400" b="0" i="0" kern="1200" dirty="0"/>
            <a:t>Raw data ingested from the Bronze data layer</a:t>
          </a:r>
          <a:endParaRPr lang="en-US" sz="2800" kern="1200" dirty="0"/>
        </a:p>
      </dsp:txBody>
      <dsp:txXfrm>
        <a:off x="0" y="944075"/>
        <a:ext cx="6290226" cy="941550"/>
      </dsp:txXfrm>
    </dsp:sp>
    <dsp:sp modelId="{E3169815-1AF9-4A00-8D40-1995BE715153}">
      <dsp:nvSpPr>
        <dsp:cNvPr id="0" name=""/>
        <dsp:cNvSpPr/>
      </dsp:nvSpPr>
      <dsp:spPr>
        <a:xfrm>
          <a:off x="0" y="1885626"/>
          <a:ext cx="6290226" cy="0"/>
        </a:xfrm>
        <a:prstGeom prst="line">
          <a:avLst/>
        </a:prstGeom>
        <a:solidFill>
          <a:schemeClr val="accent2">
            <a:hueOff val="766327"/>
            <a:satOff val="-12515"/>
            <a:lumOff val="784"/>
            <a:alphaOff val="0"/>
          </a:schemeClr>
        </a:solidFill>
        <a:ln w="12700" cap="flat" cmpd="sng" algn="ctr">
          <a:solidFill>
            <a:schemeClr val="accent2">
              <a:hueOff val="766327"/>
              <a:satOff val="-12515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10634-0A31-438D-80E2-13057E3DCDAB}">
      <dsp:nvSpPr>
        <dsp:cNvPr id="0" name=""/>
        <dsp:cNvSpPr/>
      </dsp:nvSpPr>
      <dsp:spPr>
        <a:xfrm>
          <a:off x="0" y="1885626"/>
          <a:ext cx="6290226" cy="941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Output:</a:t>
          </a:r>
          <a:r>
            <a:rPr lang="en-US" sz="2400" b="0" i="0" kern="1200" dirty="0"/>
            <a:t> Cleaned Parquet </a:t>
          </a:r>
          <a:r>
            <a:rPr lang="en-US" sz="2400" b="0" i="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+mn-ea"/>
              <a:cs typeface="+mn-cs"/>
            </a:rPr>
            <a:t>files</a:t>
          </a:r>
          <a:r>
            <a:rPr lang="en-US" sz="2400" b="0" i="0" kern="1200" dirty="0"/>
            <a:t> stored in the /silver/ data bucket</a:t>
          </a:r>
          <a:endParaRPr lang="en-US" sz="2800" kern="1200" dirty="0"/>
        </a:p>
      </dsp:txBody>
      <dsp:txXfrm>
        <a:off x="0" y="1885626"/>
        <a:ext cx="6290226" cy="941550"/>
      </dsp:txXfrm>
    </dsp:sp>
    <dsp:sp modelId="{FB2886CE-3AF9-43B9-B6DE-3140242D2A06}">
      <dsp:nvSpPr>
        <dsp:cNvPr id="0" name=""/>
        <dsp:cNvSpPr/>
      </dsp:nvSpPr>
      <dsp:spPr>
        <a:xfrm>
          <a:off x="0" y="2827177"/>
          <a:ext cx="6290226" cy="0"/>
        </a:xfrm>
        <a:prstGeom prst="line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226F4-EE6E-45E1-8B10-471DCAC01428}">
      <dsp:nvSpPr>
        <dsp:cNvPr id="0" name=""/>
        <dsp:cNvSpPr/>
      </dsp:nvSpPr>
      <dsp:spPr>
        <a:xfrm>
          <a:off x="0" y="2827177"/>
          <a:ext cx="6284083" cy="3282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Process:</a:t>
          </a:r>
          <a:r>
            <a:rPr lang="en-US" sz="2800" b="0" i="0" kern="1200" dirty="0"/>
            <a:t> </a:t>
          </a:r>
          <a:r>
            <a:rPr lang="en-US" sz="2400" b="0" i="0" kern="1200" dirty="0"/>
            <a:t>Remove duplicate records to ensure unique data entries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0" i="0" kern="1200" dirty="0"/>
            <a:t>Handle any missing values through proper imputation methods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0" i="0" kern="1200" dirty="0"/>
            <a:t>Standardize all data formats for consistency across datasets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0" i="0" kern="1200" dirty="0"/>
            <a:t>Validate data types to match expected schema requirements</a:t>
          </a:r>
          <a:br>
            <a:rPr lang="en-US" sz="2400" b="0" i="0" kern="1200" dirty="0"/>
          </a:br>
          <a:endParaRPr lang="en-US" sz="2800" kern="1200" dirty="0"/>
        </a:p>
      </dsp:txBody>
      <dsp:txXfrm>
        <a:off x="0" y="2827177"/>
        <a:ext cx="6284083" cy="32821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05FD8-01D4-4C19-A0EA-70BFE98A0F94}">
      <dsp:nvSpPr>
        <dsp:cNvPr id="0" name=""/>
        <dsp:cNvSpPr/>
      </dsp:nvSpPr>
      <dsp:spPr>
        <a:xfrm>
          <a:off x="0" y="676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66520D-CABC-438B-A443-AD212374DDD4}">
      <dsp:nvSpPr>
        <dsp:cNvPr id="0" name=""/>
        <dsp:cNvSpPr/>
      </dsp:nvSpPr>
      <dsp:spPr>
        <a:xfrm>
          <a:off x="0" y="0"/>
          <a:ext cx="6290226" cy="5125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Owner:</a:t>
          </a:r>
          <a:r>
            <a:rPr lang="en-US" sz="2800" b="0" i="0" kern="1200" dirty="0"/>
            <a:t> </a:t>
          </a:r>
          <a:r>
            <a:rPr lang="en-US" sz="2400" b="0" i="0" kern="1200" dirty="0"/>
            <a:t>Muhammad Awais </a:t>
          </a:r>
          <a:endParaRPr lang="en-US" sz="2800" kern="1200" dirty="0"/>
        </a:p>
      </dsp:txBody>
      <dsp:txXfrm>
        <a:off x="0" y="0"/>
        <a:ext cx="6290226" cy="512555"/>
      </dsp:txXfrm>
    </dsp:sp>
    <dsp:sp modelId="{B112CE23-C0FE-4CC9-879B-BEFD917491C3}">
      <dsp:nvSpPr>
        <dsp:cNvPr id="0" name=""/>
        <dsp:cNvSpPr/>
      </dsp:nvSpPr>
      <dsp:spPr>
        <a:xfrm>
          <a:off x="0" y="513232"/>
          <a:ext cx="6290226" cy="0"/>
        </a:xfrm>
        <a:prstGeom prst="line">
          <a:avLst/>
        </a:prstGeom>
        <a:solidFill>
          <a:schemeClr val="accent2">
            <a:hueOff val="383163"/>
            <a:satOff val="-6257"/>
            <a:lumOff val="392"/>
            <a:alphaOff val="0"/>
          </a:schemeClr>
        </a:solidFill>
        <a:ln w="12700" cap="flat" cmpd="sng" algn="ctr">
          <a:solidFill>
            <a:schemeClr val="accent2">
              <a:hueOff val="383163"/>
              <a:satOff val="-6257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7DFFC-A2C7-4651-8862-6158FADFAE20}">
      <dsp:nvSpPr>
        <dsp:cNvPr id="0" name=""/>
        <dsp:cNvSpPr/>
      </dsp:nvSpPr>
      <dsp:spPr>
        <a:xfrm>
          <a:off x="0" y="513232"/>
          <a:ext cx="6284083" cy="1099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Input:</a:t>
          </a:r>
          <a:r>
            <a:rPr lang="en-US" sz="2800" b="0" i="0" kern="1200" dirty="0"/>
            <a:t> </a:t>
          </a:r>
          <a:r>
            <a:rPr lang="en-US" sz="2400" b="0" i="0" kern="1200" dirty="0"/>
            <a:t>Cleaned and validated data received from the Silver layer</a:t>
          </a:r>
          <a:endParaRPr lang="en-US" sz="2800" kern="1200" dirty="0"/>
        </a:p>
      </dsp:txBody>
      <dsp:txXfrm>
        <a:off x="0" y="513232"/>
        <a:ext cx="6284083" cy="1099683"/>
      </dsp:txXfrm>
    </dsp:sp>
    <dsp:sp modelId="{E3169815-1AF9-4A00-8D40-1995BE715153}">
      <dsp:nvSpPr>
        <dsp:cNvPr id="0" name=""/>
        <dsp:cNvSpPr/>
      </dsp:nvSpPr>
      <dsp:spPr>
        <a:xfrm>
          <a:off x="0" y="1612915"/>
          <a:ext cx="6290226" cy="0"/>
        </a:xfrm>
        <a:prstGeom prst="line">
          <a:avLst/>
        </a:prstGeom>
        <a:solidFill>
          <a:schemeClr val="accent2">
            <a:hueOff val="766327"/>
            <a:satOff val="-12515"/>
            <a:lumOff val="784"/>
            <a:alphaOff val="0"/>
          </a:schemeClr>
        </a:solidFill>
        <a:ln w="12700" cap="flat" cmpd="sng" algn="ctr">
          <a:solidFill>
            <a:schemeClr val="accent2">
              <a:hueOff val="766327"/>
              <a:satOff val="-12515"/>
              <a:lumOff val="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10634-0A31-438D-80E2-13057E3DCDAB}">
      <dsp:nvSpPr>
        <dsp:cNvPr id="0" name=""/>
        <dsp:cNvSpPr/>
      </dsp:nvSpPr>
      <dsp:spPr>
        <a:xfrm>
          <a:off x="6142" y="1572285"/>
          <a:ext cx="6284083" cy="32829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Output:</a:t>
          </a:r>
          <a:r>
            <a:rPr lang="en-US" sz="2400" b="0" i="0" kern="1200" dirty="0"/>
            <a:t> </a:t>
          </a:r>
          <a:r>
            <a:rPr lang="en-US" sz="2400" b="1" i="0" kern="1200" dirty="0" err="1"/>
            <a:t>fact_orders</a:t>
          </a:r>
          <a:r>
            <a:rPr lang="en-US" sz="2400" b="1" i="0" kern="1200" dirty="0"/>
            <a:t> </a:t>
          </a:r>
          <a:r>
            <a:rPr lang="en-US" sz="2400" b="0" i="0" kern="1200" dirty="0"/>
            <a:t>table containing 100 thousand transactional records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i="0" kern="1200" dirty="0" err="1"/>
            <a:t>dim_customers</a:t>
          </a:r>
          <a:r>
            <a:rPr lang="en-US" sz="2400" b="1" i="0" kern="1200" dirty="0"/>
            <a:t> </a:t>
          </a:r>
          <a:r>
            <a:rPr lang="en-US" sz="2400" b="0" i="0" kern="1200" dirty="0"/>
            <a:t>table comprising fifty thousand customer records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i="0" kern="1200" dirty="0" err="1"/>
            <a:t>dim_products</a:t>
          </a:r>
          <a:r>
            <a:rPr lang="en-US" sz="2400" b="1" i="0" kern="1200" dirty="0"/>
            <a:t> </a:t>
          </a:r>
          <a:r>
            <a:rPr lang="en-US" sz="2400" b="0" i="0" kern="1200" dirty="0"/>
            <a:t>table with detailed information on thirty thousand products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b="1" i="0" kern="1200" dirty="0" err="1"/>
            <a:t>dim_sellers</a:t>
          </a:r>
          <a:r>
            <a:rPr lang="en-US" sz="2400" b="1" i="0" kern="1200" dirty="0"/>
            <a:t> </a:t>
          </a:r>
          <a:r>
            <a:rPr lang="en-US" sz="2400" b="0" i="0" kern="1200" dirty="0"/>
            <a:t>table holding data on three thousand sellers</a:t>
          </a:r>
          <a:endParaRPr lang="en-US" sz="2800" kern="1200" dirty="0"/>
        </a:p>
      </dsp:txBody>
      <dsp:txXfrm>
        <a:off x="6142" y="1572285"/>
        <a:ext cx="6284083" cy="3282925"/>
      </dsp:txXfrm>
    </dsp:sp>
    <dsp:sp modelId="{FB2886CE-3AF9-43B9-B6DE-3140242D2A06}">
      <dsp:nvSpPr>
        <dsp:cNvPr id="0" name=""/>
        <dsp:cNvSpPr/>
      </dsp:nvSpPr>
      <dsp:spPr>
        <a:xfrm>
          <a:off x="0" y="4895840"/>
          <a:ext cx="6290226" cy="0"/>
        </a:xfrm>
        <a:prstGeom prst="line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226F4-EE6E-45E1-8B10-471DCAC01428}">
      <dsp:nvSpPr>
        <dsp:cNvPr id="0" name=""/>
        <dsp:cNvSpPr/>
      </dsp:nvSpPr>
      <dsp:spPr>
        <a:xfrm>
          <a:off x="0" y="4896516"/>
          <a:ext cx="6284083" cy="1215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Process:</a:t>
          </a:r>
          <a:r>
            <a:rPr lang="en-US" sz="2800" b="0" i="0" kern="1200" dirty="0"/>
            <a:t> </a:t>
          </a:r>
          <a:r>
            <a:rPr lang="en-US" sz="2400" b="0" i="0" kern="1200" dirty="0"/>
            <a:t>Develop the star schema design based on business requirements and performance needs</a:t>
          </a:r>
          <a:br>
            <a:rPr lang="en-US" sz="2400" b="0" i="0" kern="1200" dirty="0"/>
          </a:br>
          <a:endParaRPr lang="en-US" sz="2800" kern="1200" dirty="0"/>
        </a:p>
      </dsp:txBody>
      <dsp:txXfrm>
        <a:off x="0" y="4896516"/>
        <a:ext cx="6284083" cy="12153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CDF7D-7682-4895-9277-EE95CC7DA080}">
      <dsp:nvSpPr>
        <dsp:cNvPr id="0" name=""/>
        <dsp:cNvSpPr/>
      </dsp:nvSpPr>
      <dsp:spPr>
        <a:xfrm>
          <a:off x="0" y="1274380"/>
          <a:ext cx="3368724" cy="213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DA2C6-630A-4B5D-B167-04298C2CF30E}">
      <dsp:nvSpPr>
        <dsp:cNvPr id="0" name=""/>
        <dsp:cNvSpPr/>
      </dsp:nvSpPr>
      <dsp:spPr>
        <a:xfrm>
          <a:off x="374302" y="1629967"/>
          <a:ext cx="3368724" cy="2139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Deployment :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- docker compose up(one single command to deploy all services)</a:t>
          </a:r>
          <a:endParaRPr lang="en-US" sz="1700" kern="1200" dirty="0"/>
        </a:p>
      </dsp:txBody>
      <dsp:txXfrm>
        <a:off x="436955" y="1692620"/>
        <a:ext cx="3243418" cy="2013834"/>
      </dsp:txXfrm>
    </dsp:sp>
    <dsp:sp modelId="{FEA150E9-2D8F-471B-9BFF-A60FCBD593B7}">
      <dsp:nvSpPr>
        <dsp:cNvPr id="0" name=""/>
        <dsp:cNvSpPr/>
      </dsp:nvSpPr>
      <dsp:spPr>
        <a:xfrm>
          <a:off x="4117330" y="1274380"/>
          <a:ext cx="3368724" cy="213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04C3D-C714-4A30-A95A-5B727B13199D}">
      <dsp:nvSpPr>
        <dsp:cNvPr id="0" name=""/>
        <dsp:cNvSpPr/>
      </dsp:nvSpPr>
      <dsp:spPr>
        <a:xfrm>
          <a:off x="4491633" y="1629967"/>
          <a:ext cx="3368724" cy="2139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Services: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- Airflow consisting of Webserver, Scheduler, and Worker components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i="0" kern="1200" dirty="0"/>
            <a:t>- PostgreSQL database service for reliable data storage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b="0" i="0" kern="1200" dirty="0"/>
            <a:t>- </a:t>
          </a:r>
          <a:r>
            <a:rPr lang="en-US" sz="1400" b="0" i="0" kern="1200" dirty="0" err="1"/>
            <a:t>MinIO</a:t>
          </a:r>
          <a:r>
            <a:rPr lang="en-US" sz="1400" b="0" i="0" kern="1200" dirty="0"/>
            <a:t> object storage service for secure file management</a:t>
          </a:r>
          <a:endParaRPr lang="en-US" sz="1400" kern="1200" dirty="0"/>
        </a:p>
      </dsp:txBody>
      <dsp:txXfrm>
        <a:off x="4554286" y="1692620"/>
        <a:ext cx="3243418" cy="2013834"/>
      </dsp:txXfrm>
    </dsp:sp>
    <dsp:sp modelId="{00203BA3-CA0E-430C-9184-2509BBB4A21C}">
      <dsp:nvSpPr>
        <dsp:cNvPr id="0" name=""/>
        <dsp:cNvSpPr/>
      </dsp:nvSpPr>
      <dsp:spPr>
        <a:xfrm>
          <a:off x="8234660" y="1274380"/>
          <a:ext cx="3368724" cy="21391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7BFFA-6C58-40B1-BAF7-4B5D25B1DE01}">
      <dsp:nvSpPr>
        <dsp:cNvPr id="0" name=""/>
        <dsp:cNvSpPr/>
      </dsp:nvSpPr>
      <dsp:spPr>
        <a:xfrm>
          <a:off x="8608963" y="1629967"/>
          <a:ext cx="3368724" cy="21391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Access: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- Airflow can be accessed locally via localhost on port 8080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b="0" i="0" kern="1200" dirty="0"/>
            <a:t>- </a:t>
          </a:r>
          <a:r>
            <a:rPr lang="en-US" sz="1700" b="0" i="0" kern="1200" dirty="0" err="1"/>
            <a:t>MinIO</a:t>
          </a:r>
          <a:r>
            <a:rPr lang="en-US" sz="1700" b="0" i="0" kern="1200" dirty="0"/>
            <a:t> dashboard available at localhost on port 9001</a:t>
          </a:r>
          <a:endParaRPr lang="en-US" sz="1700" b="0" kern="1200" dirty="0"/>
        </a:p>
      </dsp:txBody>
      <dsp:txXfrm>
        <a:off x="8671616" y="1692620"/>
        <a:ext cx="3243418" cy="2013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1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183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84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40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49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30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3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61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83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85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84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0984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330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7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529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2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192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519" y="1469103"/>
            <a:ext cx="4226025" cy="1825096"/>
          </a:xfrm>
        </p:spPr>
        <p:txBody>
          <a:bodyPr>
            <a:normAutofit fontScale="90000"/>
          </a:bodyPr>
          <a:lstStyle/>
          <a:p>
            <a:r>
              <a:rPr lang="en-US" sz="4800" b="1" dirty="0" err="1"/>
              <a:t>SynthCart</a:t>
            </a:r>
            <a:r>
              <a:rPr lang="en-US" sz="4800" b="1" dirty="0"/>
              <a:t> </a:t>
            </a:r>
            <a:br>
              <a:rPr lang="en-US" sz="4800" b="1" dirty="0"/>
            </a:br>
            <a:r>
              <a:rPr lang="en-US" sz="4800" b="1" dirty="0"/>
              <a:t>E-Commerce Platform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31839" y="2928932"/>
            <a:ext cx="3122641" cy="1825095"/>
          </a:xfrm>
        </p:spPr>
        <p:txBody>
          <a:bodyPr>
            <a:normAutofit/>
          </a:bodyPr>
          <a:lstStyle/>
          <a:p>
            <a:r>
              <a:rPr lang="en-US" b="1" dirty="0"/>
              <a:t>Presented By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Muhammad Awais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Afnan Khan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Farheen Muzaffar</a:t>
            </a:r>
          </a:p>
          <a:p>
            <a:r>
              <a:rPr lang="en-US" sz="500" dirty="0"/>
              <a:t>  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6CEAFCE-DD10-C73C-F7A7-293CD6BFDFA1}"/>
              </a:ext>
            </a:extLst>
          </p:cNvPr>
          <p:cNvSpPr txBox="1">
            <a:spLocks/>
          </p:cNvSpPr>
          <p:nvPr/>
        </p:nvSpPr>
        <p:spPr>
          <a:xfrm>
            <a:off x="237519" y="3586071"/>
            <a:ext cx="7217785" cy="841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Automated data pipeline for e-commerce analytics with a Medallion architecture</a:t>
            </a:r>
          </a:p>
          <a:p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3743259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0887" y="541876"/>
            <a:ext cx="8610600" cy="129302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19CCA8-7603-9168-B1EE-314839517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838732"/>
              </p:ext>
            </p:extLst>
          </p:nvPr>
        </p:nvGraphicFramePr>
        <p:xfrm>
          <a:off x="638175" y="3542902"/>
          <a:ext cx="10820400" cy="2559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6BED1EE6-9E4F-98EC-BF30-8884CF0647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2822863"/>
              </p:ext>
            </p:extLst>
          </p:nvPr>
        </p:nvGraphicFramePr>
        <p:xfrm>
          <a:off x="638175" y="1478231"/>
          <a:ext cx="10820400" cy="2407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70713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37" y="2360103"/>
            <a:ext cx="4636007" cy="144145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bg1"/>
                </a:solidFill>
              </a:rPr>
              <a:t>Automated Daily Data Ingestion (Bronze Layer)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C4F1E-E790-8919-53D9-C337AEA5B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445387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3947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F0F5F0-7445-42E1-9FED-2174D0C02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FBDDA8B1-9ACF-68E0-4758-7D9F7A2FB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E6ED8-1837-7004-0D7E-D562592E2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9EF2A9-8F87-40BA-21B0-DF97653C4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491A8A-D70D-08BB-82F1-BE23DC057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90D52-5CCF-19E8-B055-3B8885DF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3" y="2086233"/>
            <a:ext cx="4636007" cy="1844165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bg1"/>
                </a:solidFill>
              </a:rPr>
              <a:t>Ensuring Data Cleanliness and Quality (Silver Layer)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D6A673-61F4-3821-F79C-93A6DF7167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3801172"/>
              </p:ext>
            </p:extLst>
          </p:nvPr>
        </p:nvGraphicFramePr>
        <p:xfrm>
          <a:off x="5022297" y="373063"/>
          <a:ext cx="6290226" cy="6111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86591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B7275-6F81-22DB-E1F2-AED4B2EF1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A25CF672-472A-C9A9-1B58-97B96B42B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A628C4-F428-0F70-4FCA-99FD4108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DFCF3-EC09-EE75-BADB-965A028CE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E86E2B-B924-DF0B-EDC0-726651AAF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7DC1DC-FEC9-B8A9-1CBA-8B547486D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69" y="1871920"/>
            <a:ext cx="4636007" cy="1844165"/>
          </a:xfrm>
        </p:spPr>
        <p:txBody>
          <a:bodyPr>
            <a:normAutofit/>
          </a:bodyPr>
          <a:lstStyle/>
          <a:p>
            <a:pPr algn="l"/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Designing the Gold Layer Data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B49BAB-FC29-E263-92B8-6750EDB24D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3556627"/>
              </p:ext>
            </p:extLst>
          </p:nvPr>
        </p:nvGraphicFramePr>
        <p:xfrm>
          <a:off x="5022297" y="373063"/>
          <a:ext cx="6290226" cy="6111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28040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901532"/>
            <a:ext cx="8610600" cy="1293028"/>
          </a:xfrm>
        </p:spPr>
        <p:txBody>
          <a:bodyPr/>
          <a:lstStyle/>
          <a:p>
            <a:pPr algn="l"/>
            <a:r>
              <a:rPr lang="en-US" b="1" dirty="0"/>
              <a:t>Efficient Infrastructure Deployment and Access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CD43BF-A6E0-3007-E3ED-2219903073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9780587"/>
              </p:ext>
            </p:extLst>
          </p:nvPr>
        </p:nvGraphicFramePr>
        <p:xfrm>
          <a:off x="107156" y="1671639"/>
          <a:ext cx="11977688" cy="5043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547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77D6507-8E8D-40E1-A7B9-63012EF9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eckmate in a chess game">
            <a:extLst>
              <a:ext uri="{FF2B5EF4-FFF2-40B4-BE49-F238E27FC236}">
                <a16:creationId xmlns:a16="http://schemas.microsoft.com/office/drawing/2014/main" id="{3BAD8CDD-2F39-6089-154B-4790D07E9A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40000"/>
          </a:blip>
          <a:srcRect t="32493" r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3FF3D86-2916-4F9F-9752-304810CF5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048875-14D1-4CC7-8AC3-7ABC73AAA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21766" y="3239222"/>
            <a:ext cx="9448800" cy="182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000" cap="all" dirty="0"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cap="all" dirty="0">
                <a:latin typeface="+mj-lt"/>
                <a:ea typeface="+mj-ea"/>
                <a:cs typeface="+mj-cs"/>
              </a:rPr>
              <a:t>THANK YOU </a:t>
            </a:r>
            <a:r>
              <a:rPr lang="en-US" sz="6000" cap="all" dirty="0">
                <a:latin typeface="+mj-lt"/>
                <a:ea typeface="+mj-ea"/>
                <a:cs typeface="+mj-cs"/>
                <a:sym typeface="Wingdings" panose="05000000000000000000" pitchFamily="2" charset="2"/>
              </a:rPr>
              <a:t></a:t>
            </a:r>
            <a:endParaRPr lang="en-US" sz="6000" cap="all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788467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187</TotalTime>
  <Words>358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SynthCart  E-Commerce Platform</vt:lpstr>
      <vt:lpstr>Project Overview</vt:lpstr>
      <vt:lpstr>Automated Daily Data Ingestion (Bronze Layer)</vt:lpstr>
      <vt:lpstr>Ensuring Data Cleanliness and Quality (Silver Layer)</vt:lpstr>
      <vt:lpstr> Designing the Gold Layer Data Model</vt:lpstr>
      <vt:lpstr>Efficient Infrastructure Deployment and Access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Shop Management System</dc:title>
  <dc:creator>Irfan Hayat</dc:creator>
  <cp:lastModifiedBy>Muhammad Afnan Khan</cp:lastModifiedBy>
  <cp:revision>12</cp:revision>
  <dcterms:created xsi:type="dcterms:W3CDTF">2023-12-27T15:48:49Z</dcterms:created>
  <dcterms:modified xsi:type="dcterms:W3CDTF">2025-11-09T16:48:13Z</dcterms:modified>
</cp:coreProperties>
</file>